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369671449b8456e" /><Relationship Type="http://schemas.openxmlformats.org/officeDocument/2006/relationships/extended-properties" Target="/docProps/app.xml" Id="Rd5e2e490e57847dc" /><Relationship Type="http://schemas.openxmlformats.org/officeDocument/2006/relationships/officeDocument" Target="/ppt/presentation.xml" Id="R4253d3fa49a5454a" /></Relationships>
</file>

<file path=ppt/presentation.xml><?xml version="1.0" encoding="utf-8"?>
<p:presentation xmlns:p="http://schemas.openxmlformats.org/presentationml/2006/main">
  <p:sldMasterIdLst>
    <p:sldMasterId xmlns:r="http://schemas.openxmlformats.org/officeDocument/2006/relationships" id="2147483648" r:id="R40351676b4354cc6"/>
  </p:sldMasterIdLst>
  <p:notesMasterIdLst>
    <p:notesMasterId xmlns:r="http://schemas.openxmlformats.org/officeDocument/2006/relationships" r:id="R23628a5584fe45ce"/>
  </p:notesMasterIdLst>
  <p:sldIdLst>
    <p:sldId xmlns:r="http://schemas.openxmlformats.org/officeDocument/2006/relationships" id="256" r:id="R801cbaaa20914358"/>
    <p:sldId xmlns:r="http://schemas.openxmlformats.org/officeDocument/2006/relationships" id="257" r:id="Ref39251368ef47ec"/>
    <p:sldId xmlns:r="http://schemas.openxmlformats.org/officeDocument/2006/relationships" id="258" r:id="Rb316517becf34a9c"/>
    <p:sldId xmlns:r="http://schemas.openxmlformats.org/officeDocument/2006/relationships" id="259" r:id="R0acaf7c827ed4660"/>
    <p:sldId xmlns:r="http://schemas.openxmlformats.org/officeDocument/2006/relationships" id="260" r:id="Rc206555220414f40"/>
    <p:sldId xmlns:r="http://schemas.openxmlformats.org/officeDocument/2006/relationships" id="261" r:id="R20fb6ae44ccd4789"/>
    <p:sldId xmlns:r="http://schemas.openxmlformats.org/officeDocument/2006/relationships" id="262" r:id="R666dffd0009e4e17"/>
    <p:sldId xmlns:r="http://schemas.openxmlformats.org/officeDocument/2006/relationships" id="263" r:id="R4f70a348e1744477"/>
    <p:sldId xmlns:r="http://schemas.openxmlformats.org/officeDocument/2006/relationships" id="264" r:id="R18669883e9934571"/>
    <p:sldId xmlns:r="http://schemas.openxmlformats.org/officeDocument/2006/relationships" id="265" r:id="R1e68e0ff8ec7435c"/>
    <p:sldId xmlns:r="http://schemas.openxmlformats.org/officeDocument/2006/relationships" id="266" r:id="Rb8df1336b50646a9"/>
    <p:sldId xmlns:r="http://schemas.openxmlformats.org/officeDocument/2006/relationships" id="267" r:id="R729579471e6a4e9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1e9915cfaf489a" /><Relationship Type="http://schemas.openxmlformats.org/officeDocument/2006/relationships/slideMaster" Target="/ppt/slideMasters/slideMaster1.xml" Id="R40351676b4354cc6" /><Relationship Type="http://schemas.openxmlformats.org/officeDocument/2006/relationships/notesMaster" Target="/ppt/notesMasters/notesMaster1.xml" Id="R23628a5584fe45ce" /><Relationship Type="http://schemas.openxmlformats.org/officeDocument/2006/relationships/presProps" Target="/ppt/presProps.xml" Id="R8096236521354431" /><Relationship Type="http://schemas.openxmlformats.org/officeDocument/2006/relationships/tableStyles" Target="/ppt/tableStyles.xml" Id="R919077b66dc44e68" /><Relationship Type="http://schemas.openxmlformats.org/officeDocument/2006/relationships/slide" Target="/ppt/slides/slide1.xml" Id="R801cbaaa20914358" /><Relationship Type="http://schemas.openxmlformats.org/officeDocument/2006/relationships/slide" Target="/ppt/slides/slide2.xml" Id="Ref39251368ef47ec" /><Relationship Type="http://schemas.openxmlformats.org/officeDocument/2006/relationships/slide" Target="/ppt/slides/slide3.xml" Id="Rb316517becf34a9c" /><Relationship Type="http://schemas.openxmlformats.org/officeDocument/2006/relationships/slide" Target="/ppt/slides/slide4.xml" Id="R0acaf7c827ed4660" /><Relationship Type="http://schemas.openxmlformats.org/officeDocument/2006/relationships/slide" Target="/ppt/slides/slide5.xml" Id="Rc206555220414f40" /><Relationship Type="http://schemas.openxmlformats.org/officeDocument/2006/relationships/slide" Target="/ppt/slides/slide6.xml" Id="R20fb6ae44ccd4789" /><Relationship Type="http://schemas.openxmlformats.org/officeDocument/2006/relationships/slide" Target="/ppt/slides/slide7.xml" Id="R666dffd0009e4e17" /><Relationship Type="http://schemas.openxmlformats.org/officeDocument/2006/relationships/slide" Target="/ppt/slides/slide8.xml" Id="R4f70a348e1744477" /><Relationship Type="http://schemas.openxmlformats.org/officeDocument/2006/relationships/slide" Target="/ppt/slides/slide9.xml" Id="R18669883e9934571" /><Relationship Type="http://schemas.openxmlformats.org/officeDocument/2006/relationships/slide" Target="/ppt/slides/slide10.xml" Id="R1e68e0ff8ec7435c" /><Relationship Type="http://schemas.openxmlformats.org/officeDocument/2006/relationships/slide" Target="/ppt/slides/slide11.xml" Id="Rb8df1336b50646a9" /><Relationship Type="http://schemas.openxmlformats.org/officeDocument/2006/relationships/slide" Target="/ppt/slides/slide12.xml" Id="R729579471e6a4e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2f29741589741e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c76389c70d4a06" /><Relationship Type="http://schemas.openxmlformats.org/officeDocument/2006/relationships/notesMaster" Target="/ppt/notesMasters/notesMaster1.xml" Id="R8a946a65e94f4e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0cff97ade5e84181" /><Relationship Type="http://schemas.openxmlformats.org/officeDocument/2006/relationships/notesMaster" Target="/ppt/notesMasters/notesMaster1.xml" Id="R46c2841a4b044d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49ba68123f4eb0" /><Relationship Type="http://schemas.openxmlformats.org/officeDocument/2006/relationships/notesMaster" Target="/ppt/notesMasters/notesMaster1.xml" Id="R9c7a147bd3ce40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47c7ad71ec44e73" /><Relationship Type="http://schemas.openxmlformats.org/officeDocument/2006/relationships/notesMaster" Target="/ppt/notesMasters/notesMaster1.xml" Id="R47b03551aa194a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999c88db03431e" /><Relationship Type="http://schemas.openxmlformats.org/officeDocument/2006/relationships/notesMaster" Target="/ppt/notesMasters/notesMaster1.xml" Id="R37c8c4c8c4c847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ba75c609b5464c" /><Relationship Type="http://schemas.openxmlformats.org/officeDocument/2006/relationships/notesMaster" Target="/ppt/notesMasters/notesMaster1.xml" Id="Ra879eb2265b841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e485f509004728" /><Relationship Type="http://schemas.openxmlformats.org/officeDocument/2006/relationships/notesMaster" Target="/ppt/notesMasters/notesMaster1.xml" Id="R29d00b16423847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63fedc85d04309" /><Relationship Type="http://schemas.openxmlformats.org/officeDocument/2006/relationships/notesMaster" Target="/ppt/notesMasters/notesMaster1.xml" Id="R3d7eeef0b7a04c45" /></Relationships>
</file>

<file path=ppt/notesSlides/_rels/notesSlide9.xml.rels>&#65279;<?xml version="1.0" encoding="utf-8"?><Relationships xmlns="http://schemas.openxmlformats.org/package/2006/relationships"><Relationship Type="http://schemas.openxmlformats.org/officeDocument/2006/relationships/slide" Target="/ppt/slides/slide9.xml" Id="R587b5f42cf9142c7" /><Relationship Type="http://schemas.openxmlformats.org/officeDocument/2006/relationships/notesMaster" Target="/ppt/notesMasters/notesMaster1.xml" Id="R5ba6ccc390d14de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8293428c2ad4e13" /><Relationship Type="http://schemas.openxmlformats.org/officeDocument/2006/relationships/notesMaster" Target="/ppt/notesMasters/notesMaster1.xml" Id="R655143fe44f6470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43fdf4353e4607" /><Relationship Type="http://schemas.openxmlformats.org/officeDocument/2006/relationships/notesMaster" Target="/ppt/notesMasters/notesMaster1.xml" Id="Rc84651a64676407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e14f4f341ea42ff" /><Relationship Type="http://schemas.openxmlformats.org/officeDocument/2006/relationships/notesMaster" Target="/ppt/notesMasters/notesMaster1.xml" Id="Re36359908c084ad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 P0: app/pipeline/encoder.py and app/pipeline/execution.py. Workbench: app/workbench.py, app/indexing/versioned.py, app/retrieval/hybrid.py. The &gt;6k-character workbench attention guard is not a P0 pipeline truncation rule. C++ is not claimed as the runtime path.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 Historical Apps JSON: appsretrieval_results.json, 2026-09-19, MTEB2.21.0, GPU query encoding under frozen.yaml. P1 and Bonus: results/hands-on/hands-on/p1.json and bonus.json; environment.json. P1 full build uses median102.777192175s, not old103.4s aggregate; one-edit6.452369177s; ten-edit29.506994244s; unchanged1.51220837s. Bonus median5.817684378s. The 12 examples deliberately include wrong variants, so no generalization estimate follows.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 Public video duration is346.133 seconds as verified with ffprobe. No completed checklist assertion, human signature or updated official CPU score is fabricated.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3d2f20e2fd437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782cb362abd4d3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7425276ef4445d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d1bfed332d7467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8646689c0d444e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864f572252f4ec7"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f6f322bb1b84c2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5cfc114a65d47ae"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b984fa67b5c426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daf5da0ed714063"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5f0a555d08bd424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42f3adafe5f14aa1"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and Content" type="obj">
  <p:cSld name="OBJECT">
    <p:spTree>
      <p:nvGrpSpPr>
        <p:cNvPr id="1" name=""/>
        <p:cNvGrpSpPr/>
        <p:nvPr/>
      </p:nvGrpSpPr>
      <p:grpSpPr>
        <a:xfrm xmlns:a="http://schemas.openxmlformats.org/drawingml/2006/main"/>
      </p:grpSpPr>
      <p:sp>
        <p:nvSpPr>
          <p:cNvPr id="17" name="Google Shape;17;p15">
            <a:extLst xmlns:a="http://schemas.openxmlformats.org/drawingml/2006/main">
              <a:ext uri="{FF2B5EF4-FFF2-40B4-BE49-F238E27FC236}">
                <a16:creationId xmlns:a16="http://schemas.microsoft.com/office/drawing/2014/main" id="{3AE24870-0A53-4656-9AF4-46BF714E598E}"/>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18" name="Google Shape;18;p15">
            <a:extLst xmlns:a="http://schemas.openxmlformats.org/drawingml/2006/main">
              <a:ext uri="{FF2B5EF4-FFF2-40B4-BE49-F238E27FC236}">
                <a16:creationId xmlns:a16="http://schemas.microsoft.com/office/drawing/2014/main" id="{0E255623-DD2D-4B13-9E6E-60F0372907B2}"/>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19" name="Google Shape;19;p15">
            <a:extLst xmlns:a="http://schemas.openxmlformats.org/drawingml/2006/main">
              <a:ext uri="{FF2B5EF4-FFF2-40B4-BE49-F238E27FC236}">
                <a16:creationId xmlns:a16="http://schemas.microsoft.com/office/drawing/2014/main" id="{8A938460-7B78-41CC-A18F-CA1655BAD9F4}"/>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20" name="Google Shape;20;p15">
            <a:extLst xmlns:a="http://schemas.openxmlformats.org/drawingml/2006/main">
              <a:ext uri="{FF2B5EF4-FFF2-40B4-BE49-F238E27FC236}">
                <a16:creationId xmlns:a16="http://schemas.microsoft.com/office/drawing/2014/main" id="{AEEB8DE7-B1FB-4660-8E62-FABF3E8B9F6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21" name="Google Shape;21;p15">
            <a:extLst xmlns:a="http://schemas.openxmlformats.org/drawingml/2006/main">
              <a:ext uri="{FF2B5EF4-FFF2-40B4-BE49-F238E27FC236}">
                <a16:creationId xmlns:a16="http://schemas.microsoft.com/office/drawing/2014/main" id="{2259B17A-8503-4491-9902-663754F59834}"/>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23" name="Google Shape;23;p16">
            <a:extLst xmlns:a="http://schemas.openxmlformats.org/drawingml/2006/main">
              <a:ext uri="{FF2B5EF4-FFF2-40B4-BE49-F238E27FC236}">
                <a16:creationId xmlns:a16="http://schemas.microsoft.com/office/drawing/2014/main" id="{52FFEBC4-778B-4FB0-8646-478964EB2715}"/>
              </a:ext>
            </a:extLst>
          </p:cNvPr>
          <p:cNvSpPr>
            <a:spLocks xmlns:a="http://schemas.openxmlformats.org/drawingml/2006/main" noGrp="1"/>
          </p:cNvSpPr>
          <p:nvPr>
            <p:ph type="ctrTitle" idx="0"/>
          </p:nvPr>
        </p:nvSpPr>
        <p:spPr>
          <a:xfrm xmlns:a="http://schemas.openxmlformats.org/drawingml/2006/main">
            <a:off x="1524000" y="1122363"/>
            <a:ext cx="9144000" cy="238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ctr">
              <a:lnSpc>
                <a:spcPct val="90000"/>
              </a:lnSpc>
              <a:spcBef>
                <a:spcPts val="0"/>
              </a:spcBef>
              <a:spcAft>
                <a:spcPts val="0"/>
              </a:spcAft>
              <a:buClr>
                <a:schemeClr val="dk1"/>
              </a:buClr>
              <a:buSzPts val="6000"/>
              <a:buFont typeface="Calibri"/>
              <a:buNone/>
              <a:defRPr sz="60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24" name="Google Shape;24;p16">
            <a:extLst xmlns:a="http://schemas.openxmlformats.org/drawingml/2006/main">
              <a:ext uri="{FF2B5EF4-FFF2-40B4-BE49-F238E27FC236}">
                <a16:creationId xmlns:a16="http://schemas.microsoft.com/office/drawing/2014/main" id="{E09C784E-7A63-4FE2-B1F0-1290CAFCBA4D}"/>
              </a:ext>
            </a:extLst>
          </p:cNvPr>
          <p:cNvSpPr>
            <a:spLocks xmlns:a="http://schemas.openxmlformats.org/drawingml/2006/main" noGrp="1"/>
          </p:cNvSpPr>
          <p:nvPr>
            <p:ph type="subTitle" idx="1"/>
          </p:nvPr>
        </p:nvSpPr>
        <p:spPr>
          <a:xfrm xmlns:a="http://schemas.openxmlformats.org/drawingml/2006/main">
            <a:off x="1524000" y="3602038"/>
            <a:ext cx="9144000" cy="165576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algn="ctr">
              <a:lnSpc>
                <a:spcPct val="90000"/>
              </a:lnSpc>
              <a:spcBef>
                <a:spcPts val="1000"/>
              </a:spcBef>
              <a:spcAft>
                <a:spcPts val="0"/>
              </a:spcAft>
              <a:buClr>
                <a:schemeClr val="dk1"/>
              </a:buClr>
              <a:buSzPts val="2400"/>
              <a:buNone/>
              <a:defRPr sz="2400"/>
            </a:lvl1pPr>
            <a:lvl2pPr algn="ctr">
              <a:lnSpc>
                <a:spcPct val="90000"/>
              </a:lnSpc>
              <a:spcBef>
                <a:spcPts val="500"/>
              </a:spcBef>
              <a:spcAft>
                <a:spcPts val="0"/>
              </a:spcAft>
              <a:buClr>
                <a:schemeClr val="dk1"/>
              </a:buClr>
              <a:buSzPts val="2000"/>
              <a:buNone/>
              <a:defRPr sz="2000"/>
            </a:lvl2pPr>
            <a:lvl3pPr algn="ctr">
              <a:lnSpc>
                <a:spcPct val="90000"/>
              </a:lnSpc>
              <a:spcBef>
                <a:spcPts val="500"/>
              </a:spcBef>
              <a:spcAft>
                <a:spcPts val="0"/>
              </a:spcAft>
              <a:buClr>
                <a:schemeClr val="dk1"/>
              </a:buClr>
              <a:buSzPts val="1800"/>
              <a:buNone/>
              <a:defRPr sz="1800"/>
            </a:lvl3pPr>
            <a:lvl4pPr algn="ctr">
              <a:lnSpc>
                <a:spcPct val="90000"/>
              </a:lnSpc>
              <a:spcBef>
                <a:spcPts val="500"/>
              </a:spcBef>
              <a:spcAft>
                <a:spcPts val="0"/>
              </a:spcAft>
              <a:buClr>
                <a:schemeClr val="dk1"/>
              </a:buClr>
              <a:buSzPts val="1600"/>
              <a:buNone/>
              <a:defRPr sz="1600"/>
            </a:lvl4pPr>
            <a:lvl5pPr algn="ctr">
              <a:lnSpc>
                <a:spcPct val="90000"/>
              </a:lnSpc>
              <a:spcBef>
                <a:spcPts val="500"/>
              </a:spcBef>
              <a:spcAft>
                <a:spcPts val="0"/>
              </a:spcAft>
              <a:buClr>
                <a:schemeClr val="dk1"/>
              </a:buClr>
              <a:buSzPts val="1600"/>
              <a:buNone/>
              <a:defRPr sz="1600"/>
            </a:lvl5pPr>
            <a:lvl6pPr algn="ctr">
              <a:lnSpc>
                <a:spcPct val="90000"/>
              </a:lnSpc>
              <a:spcBef>
                <a:spcPts val="500"/>
              </a:spcBef>
              <a:spcAft>
                <a:spcPts val="0"/>
              </a:spcAft>
              <a:buClr>
                <a:schemeClr val="dk1"/>
              </a:buClr>
              <a:buSzPts val="1600"/>
              <a:buNone/>
              <a:defRPr sz="1600"/>
            </a:lvl6pPr>
            <a:lvl7pPr algn="ctr">
              <a:lnSpc>
                <a:spcPct val="90000"/>
              </a:lnSpc>
              <a:spcBef>
                <a:spcPts val="500"/>
              </a:spcBef>
              <a:spcAft>
                <a:spcPts val="0"/>
              </a:spcAft>
              <a:buClr>
                <a:schemeClr val="dk1"/>
              </a:buClr>
              <a:buSzPts val="1600"/>
              <a:buNone/>
              <a:defRPr sz="1600"/>
            </a:lvl7pPr>
            <a:lvl8pPr algn="ctr">
              <a:lnSpc>
                <a:spcPct val="90000"/>
              </a:lnSpc>
              <a:spcBef>
                <a:spcPts val="500"/>
              </a:spcBef>
              <a:spcAft>
                <a:spcPts val="0"/>
              </a:spcAft>
              <a:buClr>
                <a:schemeClr val="dk1"/>
              </a:buClr>
              <a:buSzPts val="1600"/>
              <a:buNone/>
              <a:defRPr sz="1600"/>
            </a:lvl8pPr>
            <a:lvl9pPr algn="ctr">
              <a:lnSpc>
                <a:spcPct val="90000"/>
              </a:lnSpc>
              <a:spcBef>
                <a:spcPts val="500"/>
              </a:spcBef>
              <a:spcAft>
                <a:spcPts val="0"/>
              </a:spcAft>
              <a:buClr>
                <a:schemeClr val="dk1"/>
              </a:buClr>
              <a:buSzPts val="1600"/>
              <a:buNone/>
              <a:defRPr sz="1600"/>
            </a:lvl9pPr>
          </a:lstStyle>
          <a:p xmlns:a="http://schemas.openxmlformats.org/drawingml/2006/main"/>
        </p:txBody>
      </p:sp>
      <p:sp>
        <p:nvSpPr>
          <p:cNvPr id="25" name="Google Shape;25;p16">
            <a:extLst xmlns:a="http://schemas.openxmlformats.org/drawingml/2006/main">
              <a:ext uri="{FF2B5EF4-FFF2-40B4-BE49-F238E27FC236}">
                <a16:creationId xmlns:a16="http://schemas.microsoft.com/office/drawing/2014/main" id="{CA20F213-CD5A-432F-A9F7-223E27EBB5B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26" name="Google Shape;26;p16">
            <a:extLst xmlns:a="http://schemas.openxmlformats.org/drawingml/2006/main">
              <a:ext uri="{FF2B5EF4-FFF2-40B4-BE49-F238E27FC236}">
                <a16:creationId xmlns:a16="http://schemas.microsoft.com/office/drawing/2014/main" id="{6F419160-C7A8-4468-A586-F2B0B501DB6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27" name="Google Shape;27;p16">
            <a:extLst xmlns:a="http://schemas.openxmlformats.org/drawingml/2006/main">
              <a:ext uri="{FF2B5EF4-FFF2-40B4-BE49-F238E27FC236}">
                <a16:creationId xmlns:a16="http://schemas.microsoft.com/office/drawing/2014/main" id="{BEBF04F7-FAF7-491F-812E-242CD61053E8}"/>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29" name="Google Shape;29;p17">
            <a:extLst xmlns:a="http://schemas.openxmlformats.org/drawingml/2006/main">
              <a:ext uri="{FF2B5EF4-FFF2-40B4-BE49-F238E27FC236}">
                <a16:creationId xmlns:a16="http://schemas.microsoft.com/office/drawing/2014/main" id="{4FC00E97-43A1-4E89-AFD3-F9AB513279AC}"/>
              </a:ext>
            </a:extLst>
          </p:cNvPr>
          <p:cNvSpPr>
            <a:spLocks xmlns:a="http://schemas.openxmlformats.org/drawingml/2006/main" noGrp="1"/>
          </p:cNvSpPr>
          <p:nvPr>
            <p:ph type="title" idx="0"/>
          </p:nvPr>
        </p:nvSpPr>
        <p:spPr>
          <a:xfrm xmlns:a="http://schemas.openxmlformats.org/drawingml/2006/main">
            <a:off x="831850" y="1709738"/>
            <a:ext cx="10515600" cy="28527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90000"/>
              </a:lnSpc>
              <a:spcBef>
                <a:spcPts val="0"/>
              </a:spcBef>
              <a:spcAft>
                <a:spcPts val="0"/>
              </a:spcAft>
              <a:buClr>
                <a:schemeClr val="dk1"/>
              </a:buClr>
              <a:buSzPts val="6000"/>
              <a:buFont typeface="Calibri"/>
              <a:buNone/>
              <a:defRPr sz="60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30" name="Google Shape;30;p17">
            <a:extLst xmlns:a="http://schemas.openxmlformats.org/drawingml/2006/main">
              <a:ext uri="{FF2B5EF4-FFF2-40B4-BE49-F238E27FC236}">
                <a16:creationId xmlns:a16="http://schemas.microsoft.com/office/drawing/2014/main" id="{6EE6FE0E-34FE-48CC-9F1C-E84A5BCA188B}"/>
              </a:ext>
            </a:extLst>
          </p:cNvPr>
          <p:cNvSpPr>
            <a:spLocks xmlns:a="http://schemas.openxmlformats.org/drawingml/2006/main" noGrp="1"/>
          </p:cNvSpPr>
          <p:nvPr>
            <p:ph type="body" idx="1"/>
          </p:nvPr>
        </p:nvSpPr>
        <p:spPr>
          <a:xfrm xmlns:a="http://schemas.openxmlformats.org/drawingml/2006/main">
            <a:off x="831850" y="4589463"/>
            <a:ext cx="10515600" cy="150018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90000"/>
              </a:lnSpc>
              <a:spcBef>
                <a:spcPts val="1000"/>
              </a:spcBef>
              <a:spcAft>
                <a:spcPts val="0"/>
              </a:spcAft>
              <a:buClr>
                <a:srgbClr val="888888"/>
              </a:buClr>
              <a:buSzPts val="2400"/>
              <a:buNone/>
              <a:defRPr sz="2400">
                <a:solidFill>
                  <a:srgbClr val="888888"/>
                </a:solidFill>
              </a:defRPr>
            </a:lvl1pPr>
            <a:lvl2pPr marL="914400" indent="-228600" algn="l">
              <a:lnSpc>
                <a:spcPct val="90000"/>
              </a:lnSpc>
              <a:spcBef>
                <a:spcPts val="500"/>
              </a:spcBef>
              <a:spcAft>
                <a:spcPts val="0"/>
              </a:spcAft>
              <a:buClr>
                <a:srgbClr val="888888"/>
              </a:buClr>
              <a:buSzPts val="2000"/>
              <a:buNone/>
              <a:defRPr sz="2000">
                <a:solidFill>
                  <a:srgbClr val="888888"/>
                </a:solidFill>
              </a:defRPr>
            </a:lvl2pPr>
            <a:lvl3pPr marL="1371600" indent="-228600" algn="l">
              <a:lnSpc>
                <a:spcPct val="90000"/>
              </a:lnSpc>
              <a:spcBef>
                <a:spcPts val="500"/>
              </a:spcBef>
              <a:spcAft>
                <a:spcPts val="0"/>
              </a:spcAft>
              <a:buClr>
                <a:srgbClr val="888888"/>
              </a:buClr>
              <a:buSzPts val="1800"/>
              <a:buNone/>
              <a:defRPr sz="1800">
                <a:solidFill>
                  <a:srgbClr val="888888"/>
                </a:solidFill>
              </a:defRPr>
            </a:lvl3pPr>
            <a:lvl4pPr marL="1828800" indent="-228600" algn="l">
              <a:lnSpc>
                <a:spcPct val="90000"/>
              </a:lnSpc>
              <a:spcBef>
                <a:spcPts val="500"/>
              </a:spcBef>
              <a:spcAft>
                <a:spcPts val="0"/>
              </a:spcAft>
              <a:buClr>
                <a:srgbClr val="888888"/>
              </a:buClr>
              <a:buSzPts val="1600"/>
              <a:buNone/>
              <a:defRPr sz="1600">
                <a:solidFill>
                  <a:srgbClr val="888888"/>
                </a:solidFill>
              </a:defRPr>
            </a:lvl4pPr>
            <a:lvl5pPr marL="2286000" indent="-228600" algn="l">
              <a:lnSpc>
                <a:spcPct val="90000"/>
              </a:lnSpc>
              <a:spcBef>
                <a:spcPts val="500"/>
              </a:spcBef>
              <a:spcAft>
                <a:spcPts val="0"/>
              </a:spcAft>
              <a:buClr>
                <a:srgbClr val="888888"/>
              </a:buClr>
              <a:buSzPts val="1600"/>
              <a:buNone/>
              <a:defRPr sz="1600">
                <a:solidFill>
                  <a:srgbClr val="888888"/>
                </a:solidFill>
              </a:defRPr>
            </a:lvl5pPr>
            <a:lvl6pPr marL="2743200" indent="-228600" algn="l">
              <a:lnSpc>
                <a:spcPct val="90000"/>
              </a:lnSpc>
              <a:spcBef>
                <a:spcPts val="500"/>
              </a:spcBef>
              <a:spcAft>
                <a:spcPts val="0"/>
              </a:spcAft>
              <a:buClr>
                <a:srgbClr val="888888"/>
              </a:buClr>
              <a:buSzPts val="1600"/>
              <a:buNone/>
              <a:defRPr sz="1600">
                <a:solidFill>
                  <a:srgbClr val="888888"/>
                </a:solidFill>
              </a:defRPr>
            </a:lvl6pPr>
            <a:lvl7pPr marL="3200400" indent="-228600" algn="l">
              <a:lnSpc>
                <a:spcPct val="90000"/>
              </a:lnSpc>
              <a:spcBef>
                <a:spcPts val="500"/>
              </a:spcBef>
              <a:spcAft>
                <a:spcPts val="0"/>
              </a:spcAft>
              <a:buClr>
                <a:srgbClr val="888888"/>
              </a:buClr>
              <a:buSzPts val="1600"/>
              <a:buNone/>
              <a:defRPr sz="1600">
                <a:solidFill>
                  <a:srgbClr val="888888"/>
                </a:solidFill>
              </a:defRPr>
            </a:lvl7pPr>
            <a:lvl8pPr marL="3657600" indent="-228600" algn="l">
              <a:lnSpc>
                <a:spcPct val="90000"/>
              </a:lnSpc>
              <a:spcBef>
                <a:spcPts val="500"/>
              </a:spcBef>
              <a:spcAft>
                <a:spcPts val="0"/>
              </a:spcAft>
              <a:buClr>
                <a:srgbClr val="888888"/>
              </a:buClr>
              <a:buSzPts val="1600"/>
              <a:buNone/>
              <a:defRPr sz="1600">
                <a:solidFill>
                  <a:srgbClr val="888888"/>
                </a:solidFill>
              </a:defRPr>
            </a:lvl8pPr>
            <a:lvl9pPr marL="4114800" indent="-228600" algn="l">
              <a:lnSpc>
                <a:spcPct val="90000"/>
              </a:lnSpc>
              <a:spcBef>
                <a:spcPts val="500"/>
              </a:spcBef>
              <a:spcAft>
                <a:spcPts val="0"/>
              </a:spcAft>
              <a:buClr>
                <a:srgbClr val="888888"/>
              </a:buClr>
              <a:buSzPts val="1600"/>
              <a:buNone/>
              <a:defRPr sz="1600">
                <a:solidFill>
                  <a:srgbClr val="888888"/>
                </a:solidFill>
              </a:defRPr>
            </a:lvl9pPr>
          </a:lstStyle>
          <a:p xmlns:a="http://schemas.openxmlformats.org/drawingml/2006/main"/>
        </p:txBody>
      </p:sp>
      <p:sp>
        <p:nvSpPr>
          <p:cNvPr id="31" name="Google Shape;31;p17">
            <a:extLst xmlns:a="http://schemas.openxmlformats.org/drawingml/2006/main">
              <a:ext uri="{FF2B5EF4-FFF2-40B4-BE49-F238E27FC236}">
                <a16:creationId xmlns:a16="http://schemas.microsoft.com/office/drawing/2014/main" id="{85086AC3-1889-4258-9E9C-7BFAD70A2963}"/>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32" name="Google Shape;32;p17">
            <a:extLst xmlns:a="http://schemas.openxmlformats.org/drawingml/2006/main">
              <a:ext uri="{FF2B5EF4-FFF2-40B4-BE49-F238E27FC236}">
                <a16:creationId xmlns:a16="http://schemas.microsoft.com/office/drawing/2014/main" id="{89D7EDBB-5441-45FB-9762-80A2307F38E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33" name="Google Shape;33;p17">
            <a:extLst xmlns:a="http://schemas.openxmlformats.org/drawingml/2006/main">
              <a:ext uri="{FF2B5EF4-FFF2-40B4-BE49-F238E27FC236}">
                <a16:creationId xmlns:a16="http://schemas.microsoft.com/office/drawing/2014/main" id="{CBC87D2E-B299-4E39-ADB2-6B70FA3713A6}"/>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wo Content" type="twoObj">
  <p:cSld name="TWO_OBJECTS">
    <p:spTree>
      <p:nvGrpSpPr>
        <p:cNvPr id="1" name=""/>
        <p:cNvGrpSpPr/>
        <p:nvPr/>
      </p:nvGrpSpPr>
      <p:grpSpPr>
        <a:xfrm xmlns:a="http://schemas.openxmlformats.org/drawingml/2006/main"/>
      </p:grpSpPr>
      <p:sp>
        <p:nvSpPr>
          <p:cNvPr id="35" name="Google Shape;35;p18">
            <a:extLst xmlns:a="http://schemas.openxmlformats.org/drawingml/2006/main">
              <a:ext uri="{FF2B5EF4-FFF2-40B4-BE49-F238E27FC236}">
                <a16:creationId xmlns:a16="http://schemas.microsoft.com/office/drawing/2014/main" id="{4B1B963D-7813-43E4-8BBF-D4AF6FAAA84A}"/>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36" name="Google Shape;36;p18">
            <a:extLst xmlns:a="http://schemas.openxmlformats.org/drawingml/2006/main">
              <a:ext uri="{FF2B5EF4-FFF2-40B4-BE49-F238E27FC236}">
                <a16:creationId xmlns:a16="http://schemas.microsoft.com/office/drawing/2014/main" id="{99457EF7-FBC6-4D00-9A72-9B93EDFD7EEA}"/>
              </a:ext>
            </a:extLst>
          </p:cNvPr>
          <p:cNvSpPr>
            <a:spLocks xmlns:a="http://schemas.openxmlformats.org/drawingml/2006/main" noGrp="1"/>
          </p:cNvSpPr>
          <p:nvPr>
            <p:ph type="body" idx="1"/>
          </p:nvPr>
        </p:nvSpPr>
        <p:spPr>
          <a:xfrm xmlns:a="http://schemas.openxmlformats.org/drawingml/2006/main">
            <a:off x="838200" y="1825625"/>
            <a:ext cx="5181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37" name="Google Shape;37;p18">
            <a:extLst xmlns:a="http://schemas.openxmlformats.org/drawingml/2006/main">
              <a:ext uri="{FF2B5EF4-FFF2-40B4-BE49-F238E27FC236}">
                <a16:creationId xmlns:a16="http://schemas.microsoft.com/office/drawing/2014/main" id="{CEA49C5D-3C00-45D1-9F51-5B90A343EEAB}"/>
              </a:ext>
            </a:extLst>
          </p:cNvPr>
          <p:cNvSpPr>
            <a:spLocks xmlns:a="http://schemas.openxmlformats.org/drawingml/2006/main" noGrp="1"/>
          </p:cNvSpPr>
          <p:nvPr>
            <p:ph type="body" idx="2"/>
          </p:nvPr>
        </p:nvSpPr>
        <p:spPr>
          <a:xfrm xmlns:a="http://schemas.openxmlformats.org/drawingml/2006/main">
            <a:off x="6172200" y="1825625"/>
            <a:ext cx="5181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38" name="Google Shape;38;p18">
            <a:extLst xmlns:a="http://schemas.openxmlformats.org/drawingml/2006/main">
              <a:ext uri="{FF2B5EF4-FFF2-40B4-BE49-F238E27FC236}">
                <a16:creationId xmlns:a16="http://schemas.microsoft.com/office/drawing/2014/main" id="{36EF4537-9D6B-40FA-8791-A21167CD008C}"/>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39" name="Google Shape;39;p18">
            <a:extLst xmlns:a="http://schemas.openxmlformats.org/drawingml/2006/main">
              <a:ext uri="{FF2B5EF4-FFF2-40B4-BE49-F238E27FC236}">
                <a16:creationId xmlns:a16="http://schemas.microsoft.com/office/drawing/2014/main" id="{70A5FC39-A269-43CD-8C0F-D380AE940558}"/>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40" name="Google Shape;40;p18">
            <a:extLst xmlns:a="http://schemas.openxmlformats.org/drawingml/2006/main">
              <a:ext uri="{FF2B5EF4-FFF2-40B4-BE49-F238E27FC236}">
                <a16:creationId xmlns:a16="http://schemas.microsoft.com/office/drawing/2014/main" id="{7DB794F9-C973-4929-B38C-1F1E3AD64FAC}"/>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Comparison" type="twoTxTwoObj">
  <p:cSld name="TWO_OBJECTS_WITH_TEXT">
    <p:spTree>
      <p:nvGrpSpPr>
        <p:cNvPr id="1" name=""/>
        <p:cNvGrpSpPr/>
        <p:nvPr/>
      </p:nvGrpSpPr>
      <p:grpSpPr>
        <a:xfrm xmlns:a="http://schemas.openxmlformats.org/drawingml/2006/main"/>
      </p:grpSpPr>
      <p:sp>
        <p:nvSpPr>
          <p:cNvPr id="42" name="Google Shape;42;p19">
            <a:extLst xmlns:a="http://schemas.openxmlformats.org/drawingml/2006/main">
              <a:ext uri="{FF2B5EF4-FFF2-40B4-BE49-F238E27FC236}">
                <a16:creationId xmlns:a16="http://schemas.microsoft.com/office/drawing/2014/main" id="{72260F78-53B9-4D34-B547-1ACA5914E50A}"/>
              </a:ext>
            </a:extLst>
          </p:cNvPr>
          <p:cNvSpPr>
            <a:spLocks xmlns:a="http://schemas.openxmlformats.org/drawingml/2006/main" noGrp="1"/>
          </p:cNvSpPr>
          <p:nvPr>
            <p:ph type="title" idx="0"/>
          </p:nvPr>
        </p:nvSpPr>
        <p:spPr>
          <a:xfrm xmlns:a="http://schemas.openxmlformats.org/drawingml/2006/main">
            <a:off x="839788"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43" name="Google Shape;43;p19">
            <a:extLst xmlns:a="http://schemas.openxmlformats.org/drawingml/2006/main">
              <a:ext uri="{FF2B5EF4-FFF2-40B4-BE49-F238E27FC236}">
                <a16:creationId xmlns:a16="http://schemas.microsoft.com/office/drawing/2014/main" id="{326AAFDE-1A85-45B5-B0BD-B6365EDA44C2}"/>
              </a:ext>
            </a:extLst>
          </p:cNvPr>
          <p:cNvSpPr>
            <a:spLocks xmlns:a="http://schemas.openxmlformats.org/drawingml/2006/main" noGrp="1"/>
          </p:cNvSpPr>
          <p:nvPr>
            <p:ph type="body" idx="1"/>
          </p:nvPr>
        </p:nvSpPr>
        <p:spPr>
          <a:xfrm xmlns:a="http://schemas.openxmlformats.org/drawingml/2006/main">
            <a:off x="839788" y="1681163"/>
            <a:ext cx="5157787" cy="823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lnSpc>
                <a:spcPct val="90000"/>
              </a:lnSpc>
              <a:spcBef>
                <a:spcPts val="1000"/>
              </a:spcBef>
              <a:spcAft>
                <a:spcPts val="0"/>
              </a:spcAft>
              <a:buClr>
                <a:schemeClr val="dk1"/>
              </a:buClr>
              <a:buSzPts val="2400"/>
              <a:buNone/>
              <a:defRPr sz="2400" b="1"/>
            </a:lvl1pPr>
            <a:lvl2pPr marL="914400" indent="-228600" algn="l">
              <a:lnSpc>
                <a:spcPct val="90000"/>
              </a:lnSpc>
              <a:spcBef>
                <a:spcPts val="500"/>
              </a:spcBef>
              <a:spcAft>
                <a:spcPts val="0"/>
              </a:spcAft>
              <a:buClr>
                <a:schemeClr val="dk1"/>
              </a:buClr>
              <a:buSzPts val="2000"/>
              <a:buNone/>
              <a:defRPr sz="2000" b="1"/>
            </a:lvl2pPr>
            <a:lvl3pPr marL="1371600" indent="-228600" algn="l">
              <a:lnSpc>
                <a:spcPct val="90000"/>
              </a:lnSpc>
              <a:spcBef>
                <a:spcPts val="500"/>
              </a:spcBef>
              <a:spcAft>
                <a:spcPts val="0"/>
              </a:spcAft>
              <a:buClr>
                <a:schemeClr val="dk1"/>
              </a:buClr>
              <a:buSzPts val="1800"/>
              <a:buNone/>
              <a:defRPr sz="1800" b="1"/>
            </a:lvl3pPr>
            <a:lvl4pPr marL="1828800" indent="-228600" algn="l">
              <a:lnSpc>
                <a:spcPct val="90000"/>
              </a:lnSpc>
              <a:spcBef>
                <a:spcPts val="500"/>
              </a:spcBef>
              <a:spcAft>
                <a:spcPts val="0"/>
              </a:spcAft>
              <a:buClr>
                <a:schemeClr val="dk1"/>
              </a:buClr>
              <a:buSzPts val="1600"/>
              <a:buNone/>
              <a:defRPr sz="1600" b="1"/>
            </a:lvl4pPr>
            <a:lvl5pPr marL="2286000" indent="-228600" algn="l">
              <a:lnSpc>
                <a:spcPct val="90000"/>
              </a:lnSpc>
              <a:spcBef>
                <a:spcPts val="500"/>
              </a:spcBef>
              <a:spcAft>
                <a:spcPts val="0"/>
              </a:spcAft>
              <a:buClr>
                <a:schemeClr val="dk1"/>
              </a:buClr>
              <a:buSzPts val="1600"/>
              <a:buNone/>
              <a:defRPr sz="1600" b="1"/>
            </a:lvl5pPr>
            <a:lvl6pPr marL="2743200" indent="-228600" algn="l">
              <a:lnSpc>
                <a:spcPct val="90000"/>
              </a:lnSpc>
              <a:spcBef>
                <a:spcPts val="500"/>
              </a:spcBef>
              <a:spcAft>
                <a:spcPts val="0"/>
              </a:spcAft>
              <a:buClr>
                <a:schemeClr val="dk1"/>
              </a:buClr>
              <a:buSzPts val="1600"/>
              <a:buNone/>
              <a:defRPr sz="1600" b="1"/>
            </a:lvl6pPr>
            <a:lvl7pPr marL="3200400" indent="-228600" algn="l">
              <a:lnSpc>
                <a:spcPct val="90000"/>
              </a:lnSpc>
              <a:spcBef>
                <a:spcPts val="500"/>
              </a:spcBef>
              <a:spcAft>
                <a:spcPts val="0"/>
              </a:spcAft>
              <a:buClr>
                <a:schemeClr val="dk1"/>
              </a:buClr>
              <a:buSzPts val="1600"/>
              <a:buNone/>
              <a:defRPr sz="1600" b="1"/>
            </a:lvl7pPr>
            <a:lvl8pPr marL="3657600" indent="-228600" algn="l">
              <a:lnSpc>
                <a:spcPct val="90000"/>
              </a:lnSpc>
              <a:spcBef>
                <a:spcPts val="500"/>
              </a:spcBef>
              <a:spcAft>
                <a:spcPts val="0"/>
              </a:spcAft>
              <a:buClr>
                <a:schemeClr val="dk1"/>
              </a:buClr>
              <a:buSzPts val="1600"/>
              <a:buNone/>
              <a:defRPr sz="1600" b="1"/>
            </a:lvl8pPr>
            <a:lvl9pPr marL="4114800" indent="-228600" algn="l">
              <a:lnSpc>
                <a:spcPct val="90000"/>
              </a:lnSpc>
              <a:spcBef>
                <a:spcPts val="500"/>
              </a:spcBef>
              <a:spcAft>
                <a:spcPts val="0"/>
              </a:spcAft>
              <a:buClr>
                <a:schemeClr val="dk1"/>
              </a:buClr>
              <a:buSzPts val="1600"/>
              <a:buNone/>
              <a:defRPr sz="1600" b="1"/>
            </a:lvl9pPr>
          </a:lstStyle>
          <a:p xmlns:a="http://schemas.openxmlformats.org/drawingml/2006/main"/>
        </p:txBody>
      </p:sp>
      <p:sp>
        <p:nvSpPr>
          <p:cNvPr id="44" name="Google Shape;44;p19">
            <a:extLst xmlns:a="http://schemas.openxmlformats.org/drawingml/2006/main">
              <a:ext uri="{FF2B5EF4-FFF2-40B4-BE49-F238E27FC236}">
                <a16:creationId xmlns:a16="http://schemas.microsoft.com/office/drawing/2014/main" id="{F35FF449-F5FE-4B18-870F-936DB3736B0E}"/>
              </a:ext>
            </a:extLst>
          </p:cNvPr>
          <p:cNvSpPr>
            <a:spLocks xmlns:a="http://schemas.openxmlformats.org/drawingml/2006/main" noGrp="1"/>
          </p:cNvSpPr>
          <p:nvPr>
            <p:ph type="body" idx="2"/>
          </p:nvPr>
        </p:nvSpPr>
        <p:spPr>
          <a:xfrm xmlns:a="http://schemas.openxmlformats.org/drawingml/2006/main">
            <a:off x="839788" y="2505075"/>
            <a:ext cx="5157787" cy="3684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45" name="Google Shape;45;p19">
            <a:extLst xmlns:a="http://schemas.openxmlformats.org/drawingml/2006/main">
              <a:ext uri="{FF2B5EF4-FFF2-40B4-BE49-F238E27FC236}">
                <a16:creationId xmlns:a16="http://schemas.microsoft.com/office/drawing/2014/main" id="{E681E301-F66D-431F-9D98-E5522BB188E9}"/>
              </a:ext>
            </a:extLst>
          </p:cNvPr>
          <p:cNvSpPr>
            <a:spLocks xmlns:a="http://schemas.openxmlformats.org/drawingml/2006/main" noGrp="1"/>
          </p:cNvSpPr>
          <p:nvPr>
            <p:ph type="body" idx="3"/>
          </p:nvPr>
        </p:nvSpPr>
        <p:spPr>
          <a:xfrm xmlns:a="http://schemas.openxmlformats.org/drawingml/2006/main">
            <a:off x="6172200" y="1681163"/>
            <a:ext cx="5183188" cy="823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lnSpc>
                <a:spcPct val="90000"/>
              </a:lnSpc>
              <a:spcBef>
                <a:spcPts val="1000"/>
              </a:spcBef>
              <a:spcAft>
                <a:spcPts val="0"/>
              </a:spcAft>
              <a:buClr>
                <a:schemeClr val="dk1"/>
              </a:buClr>
              <a:buSzPts val="2400"/>
              <a:buNone/>
              <a:defRPr sz="2400" b="1"/>
            </a:lvl1pPr>
            <a:lvl2pPr marL="914400" indent="-228600" algn="l">
              <a:lnSpc>
                <a:spcPct val="90000"/>
              </a:lnSpc>
              <a:spcBef>
                <a:spcPts val="500"/>
              </a:spcBef>
              <a:spcAft>
                <a:spcPts val="0"/>
              </a:spcAft>
              <a:buClr>
                <a:schemeClr val="dk1"/>
              </a:buClr>
              <a:buSzPts val="2000"/>
              <a:buNone/>
              <a:defRPr sz="2000" b="1"/>
            </a:lvl2pPr>
            <a:lvl3pPr marL="1371600" indent="-228600" algn="l">
              <a:lnSpc>
                <a:spcPct val="90000"/>
              </a:lnSpc>
              <a:spcBef>
                <a:spcPts val="500"/>
              </a:spcBef>
              <a:spcAft>
                <a:spcPts val="0"/>
              </a:spcAft>
              <a:buClr>
                <a:schemeClr val="dk1"/>
              </a:buClr>
              <a:buSzPts val="1800"/>
              <a:buNone/>
              <a:defRPr sz="1800" b="1"/>
            </a:lvl3pPr>
            <a:lvl4pPr marL="1828800" indent="-228600" algn="l">
              <a:lnSpc>
                <a:spcPct val="90000"/>
              </a:lnSpc>
              <a:spcBef>
                <a:spcPts val="500"/>
              </a:spcBef>
              <a:spcAft>
                <a:spcPts val="0"/>
              </a:spcAft>
              <a:buClr>
                <a:schemeClr val="dk1"/>
              </a:buClr>
              <a:buSzPts val="1600"/>
              <a:buNone/>
              <a:defRPr sz="1600" b="1"/>
            </a:lvl4pPr>
            <a:lvl5pPr marL="2286000" indent="-228600" algn="l">
              <a:lnSpc>
                <a:spcPct val="90000"/>
              </a:lnSpc>
              <a:spcBef>
                <a:spcPts val="500"/>
              </a:spcBef>
              <a:spcAft>
                <a:spcPts val="0"/>
              </a:spcAft>
              <a:buClr>
                <a:schemeClr val="dk1"/>
              </a:buClr>
              <a:buSzPts val="1600"/>
              <a:buNone/>
              <a:defRPr sz="1600" b="1"/>
            </a:lvl5pPr>
            <a:lvl6pPr marL="2743200" indent="-228600" algn="l">
              <a:lnSpc>
                <a:spcPct val="90000"/>
              </a:lnSpc>
              <a:spcBef>
                <a:spcPts val="500"/>
              </a:spcBef>
              <a:spcAft>
                <a:spcPts val="0"/>
              </a:spcAft>
              <a:buClr>
                <a:schemeClr val="dk1"/>
              </a:buClr>
              <a:buSzPts val="1600"/>
              <a:buNone/>
              <a:defRPr sz="1600" b="1"/>
            </a:lvl6pPr>
            <a:lvl7pPr marL="3200400" indent="-228600" algn="l">
              <a:lnSpc>
                <a:spcPct val="90000"/>
              </a:lnSpc>
              <a:spcBef>
                <a:spcPts val="500"/>
              </a:spcBef>
              <a:spcAft>
                <a:spcPts val="0"/>
              </a:spcAft>
              <a:buClr>
                <a:schemeClr val="dk1"/>
              </a:buClr>
              <a:buSzPts val="1600"/>
              <a:buNone/>
              <a:defRPr sz="1600" b="1"/>
            </a:lvl7pPr>
            <a:lvl8pPr marL="3657600" indent="-228600" algn="l">
              <a:lnSpc>
                <a:spcPct val="90000"/>
              </a:lnSpc>
              <a:spcBef>
                <a:spcPts val="500"/>
              </a:spcBef>
              <a:spcAft>
                <a:spcPts val="0"/>
              </a:spcAft>
              <a:buClr>
                <a:schemeClr val="dk1"/>
              </a:buClr>
              <a:buSzPts val="1600"/>
              <a:buNone/>
              <a:defRPr sz="1600" b="1"/>
            </a:lvl8pPr>
            <a:lvl9pPr marL="4114800" indent="-228600" algn="l">
              <a:lnSpc>
                <a:spcPct val="90000"/>
              </a:lnSpc>
              <a:spcBef>
                <a:spcPts val="500"/>
              </a:spcBef>
              <a:spcAft>
                <a:spcPts val="0"/>
              </a:spcAft>
              <a:buClr>
                <a:schemeClr val="dk1"/>
              </a:buClr>
              <a:buSzPts val="1600"/>
              <a:buNone/>
              <a:defRPr sz="1600" b="1"/>
            </a:lvl9pPr>
          </a:lstStyle>
          <a:p xmlns:a="http://schemas.openxmlformats.org/drawingml/2006/main"/>
        </p:txBody>
      </p:sp>
      <p:sp>
        <p:nvSpPr>
          <p:cNvPr id="46" name="Google Shape;46;p19">
            <a:extLst xmlns:a="http://schemas.openxmlformats.org/drawingml/2006/main">
              <a:ext uri="{FF2B5EF4-FFF2-40B4-BE49-F238E27FC236}">
                <a16:creationId xmlns:a16="http://schemas.microsoft.com/office/drawing/2014/main" id="{4726D11B-896F-4F02-8EB9-20F06C9862A4}"/>
              </a:ext>
            </a:extLst>
          </p:cNvPr>
          <p:cNvSpPr>
            <a:spLocks xmlns:a="http://schemas.openxmlformats.org/drawingml/2006/main" noGrp="1"/>
          </p:cNvSpPr>
          <p:nvPr>
            <p:ph type="body" idx="4"/>
          </p:nvPr>
        </p:nvSpPr>
        <p:spPr>
          <a:xfrm xmlns:a="http://schemas.openxmlformats.org/drawingml/2006/main">
            <a:off x="6172200" y="2505075"/>
            <a:ext cx="5183188" cy="3684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47" name="Google Shape;47;p19">
            <a:extLst xmlns:a="http://schemas.openxmlformats.org/drawingml/2006/main">
              <a:ext uri="{FF2B5EF4-FFF2-40B4-BE49-F238E27FC236}">
                <a16:creationId xmlns:a16="http://schemas.microsoft.com/office/drawing/2014/main" id="{04B0D013-6F46-40E4-8C31-6DA4E740AFFA}"/>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48" name="Google Shape;48;p19">
            <a:extLst xmlns:a="http://schemas.openxmlformats.org/drawingml/2006/main">
              <a:ext uri="{FF2B5EF4-FFF2-40B4-BE49-F238E27FC236}">
                <a16:creationId xmlns:a16="http://schemas.microsoft.com/office/drawing/2014/main" id="{4C96E315-8E80-497D-B916-64A4FE8FFD8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49" name="Google Shape;49;p19">
            <a:extLst xmlns:a="http://schemas.openxmlformats.org/drawingml/2006/main">
              <a:ext uri="{FF2B5EF4-FFF2-40B4-BE49-F238E27FC236}">
                <a16:creationId xmlns:a16="http://schemas.microsoft.com/office/drawing/2014/main" id="{D695BC4C-8733-4FC3-9FD5-07BF27E236D2}"/>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51" name="Google Shape;51;p20">
            <a:extLst xmlns:a="http://schemas.openxmlformats.org/drawingml/2006/main">
              <a:ext uri="{FF2B5EF4-FFF2-40B4-BE49-F238E27FC236}">
                <a16:creationId xmlns:a16="http://schemas.microsoft.com/office/drawing/2014/main" id="{9AF3A207-8F1B-4022-A860-7B717A2D65DA}"/>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52" name="Google Shape;52;p20">
            <a:extLst xmlns:a="http://schemas.openxmlformats.org/drawingml/2006/main">
              <a:ext uri="{FF2B5EF4-FFF2-40B4-BE49-F238E27FC236}">
                <a16:creationId xmlns:a16="http://schemas.microsoft.com/office/drawing/2014/main" id="{BDCC50B3-A10E-4F0B-BB3C-266D26EC0833}"/>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53" name="Google Shape;53;p20">
            <a:extLst xmlns:a="http://schemas.openxmlformats.org/drawingml/2006/main">
              <a:ext uri="{FF2B5EF4-FFF2-40B4-BE49-F238E27FC236}">
                <a16:creationId xmlns:a16="http://schemas.microsoft.com/office/drawing/2014/main" id="{4595313A-2E2B-411C-BEBE-A54022BC7384}"/>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54" name="Google Shape;54;p20">
            <a:extLst xmlns:a="http://schemas.openxmlformats.org/drawingml/2006/main">
              <a:ext uri="{FF2B5EF4-FFF2-40B4-BE49-F238E27FC236}">
                <a16:creationId xmlns:a16="http://schemas.microsoft.com/office/drawing/2014/main" id="{20E008DA-8AAF-4CE4-A7FB-75D01D608675}"/>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6" name="Google Shape;56;p21">
            <a:extLst xmlns:a="http://schemas.openxmlformats.org/drawingml/2006/main">
              <a:ext uri="{FF2B5EF4-FFF2-40B4-BE49-F238E27FC236}">
                <a16:creationId xmlns:a16="http://schemas.microsoft.com/office/drawing/2014/main" id="{987335C5-84E6-4E18-AD96-A3F3FF5A541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57" name="Google Shape;57;p21">
            <a:extLst xmlns:a="http://schemas.openxmlformats.org/drawingml/2006/main">
              <a:ext uri="{FF2B5EF4-FFF2-40B4-BE49-F238E27FC236}">
                <a16:creationId xmlns:a16="http://schemas.microsoft.com/office/drawing/2014/main" id="{69484FB6-9D36-4D87-956C-A6D439B0416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58" name="Google Shape;58;p21">
            <a:extLst xmlns:a="http://schemas.openxmlformats.org/drawingml/2006/main">
              <a:ext uri="{FF2B5EF4-FFF2-40B4-BE49-F238E27FC236}">
                <a16:creationId xmlns:a16="http://schemas.microsoft.com/office/drawing/2014/main" id="{2CA77C51-3332-495A-9444-85126A73F54E}"/>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Content with Caption" type="objTx">
  <p:cSld name="OBJECT_WITH_CAPTION_TEXT">
    <p:spTree>
      <p:nvGrpSpPr>
        <p:cNvPr id="1" name=""/>
        <p:cNvGrpSpPr/>
        <p:nvPr/>
      </p:nvGrpSpPr>
      <p:grpSpPr>
        <a:xfrm xmlns:a="http://schemas.openxmlformats.org/drawingml/2006/main"/>
      </p:grpSpPr>
      <p:sp>
        <p:nvSpPr>
          <p:cNvPr id="60" name="Google Shape;60;p22">
            <a:extLst xmlns:a="http://schemas.openxmlformats.org/drawingml/2006/main">
              <a:ext uri="{FF2B5EF4-FFF2-40B4-BE49-F238E27FC236}">
                <a16:creationId xmlns:a16="http://schemas.microsoft.com/office/drawing/2014/main" id="{276B1735-16B1-4FD6-815A-FF473FDA275E}"/>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90000"/>
              </a:lnSpc>
              <a:spcBef>
                <a:spcPts val="0"/>
              </a:spcBef>
              <a:spcAft>
                <a:spcPts val="0"/>
              </a:spcAft>
              <a:buClr>
                <a:schemeClr val="dk1"/>
              </a:buClr>
              <a:buSzPts val="3200"/>
              <a:buFont typeface="Calibri"/>
              <a:buNone/>
              <a:defRPr sz="32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61" name="Google Shape;61;p22">
            <a:extLst xmlns:a="http://schemas.openxmlformats.org/drawingml/2006/main">
              <a:ext uri="{FF2B5EF4-FFF2-40B4-BE49-F238E27FC236}">
                <a16:creationId xmlns:a16="http://schemas.microsoft.com/office/drawing/2014/main" id="{E620926F-99C2-4892-AA45-E8968FABF7F9}"/>
              </a:ext>
            </a:extLst>
          </p:cNvPr>
          <p:cNvSpPr>
            <a:spLocks xmlns:a="http://schemas.openxmlformats.org/drawingml/2006/main" noGrp="1"/>
          </p:cNvSpPr>
          <p:nvPr>
            <p:ph type="body" idx="1"/>
          </p:nvPr>
        </p:nvSpPr>
        <p:spPr>
          <a:xfrm xmlns:a="http://schemas.openxmlformats.org/drawingml/2006/main">
            <a:off x="5183188" y="987425"/>
            <a:ext cx="6172200" cy="4873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31800" algn="l">
              <a:lnSpc>
                <a:spcPct val="90000"/>
              </a:lnSpc>
              <a:spcBef>
                <a:spcPts val="1000"/>
              </a:spcBef>
              <a:spcAft>
                <a:spcPts val="0"/>
              </a:spcAft>
              <a:buClr>
                <a:schemeClr val="dk1"/>
              </a:buClr>
              <a:buSzPts val="3200"/>
              <a:buChar char="•"/>
              <a:defRPr sz="3200"/>
            </a:lvl1pPr>
            <a:lvl2pPr marL="914400" indent="-406400" algn="l">
              <a:lnSpc>
                <a:spcPct val="90000"/>
              </a:lnSpc>
              <a:spcBef>
                <a:spcPts val="500"/>
              </a:spcBef>
              <a:spcAft>
                <a:spcPts val="0"/>
              </a:spcAft>
              <a:buClr>
                <a:schemeClr val="dk1"/>
              </a:buClr>
              <a:buSzPts val="2800"/>
              <a:buChar char="•"/>
              <a:defRPr sz="2800"/>
            </a:lvl2pPr>
            <a:lvl3pPr marL="1371600" indent="-381000" algn="l">
              <a:lnSpc>
                <a:spcPct val="90000"/>
              </a:lnSpc>
              <a:spcBef>
                <a:spcPts val="500"/>
              </a:spcBef>
              <a:spcAft>
                <a:spcPts val="0"/>
              </a:spcAft>
              <a:buClr>
                <a:schemeClr val="dk1"/>
              </a:buClr>
              <a:buSzPts val="2400"/>
              <a:buChar char="•"/>
              <a:defRPr sz="2400"/>
            </a:lvl3pPr>
            <a:lvl4pPr marL="1828800" indent="-355600" algn="l">
              <a:lnSpc>
                <a:spcPct val="90000"/>
              </a:lnSpc>
              <a:spcBef>
                <a:spcPts val="500"/>
              </a:spcBef>
              <a:spcAft>
                <a:spcPts val="0"/>
              </a:spcAft>
              <a:buClr>
                <a:schemeClr val="dk1"/>
              </a:buClr>
              <a:buSzPts val="2000"/>
              <a:buChar char="•"/>
              <a:defRPr sz="2000"/>
            </a:lvl4pPr>
            <a:lvl5pPr marL="2286000" indent="-355600" algn="l">
              <a:lnSpc>
                <a:spcPct val="90000"/>
              </a:lnSpc>
              <a:spcBef>
                <a:spcPts val="500"/>
              </a:spcBef>
              <a:spcAft>
                <a:spcPts val="0"/>
              </a:spcAft>
              <a:buClr>
                <a:schemeClr val="dk1"/>
              </a:buClr>
              <a:buSzPts val="2000"/>
              <a:buChar char="•"/>
              <a:defRPr sz="2000"/>
            </a:lvl5pPr>
            <a:lvl6pPr marL="2743200" indent="-355600" algn="l">
              <a:lnSpc>
                <a:spcPct val="90000"/>
              </a:lnSpc>
              <a:spcBef>
                <a:spcPts val="500"/>
              </a:spcBef>
              <a:spcAft>
                <a:spcPts val="0"/>
              </a:spcAft>
              <a:buClr>
                <a:schemeClr val="dk1"/>
              </a:buClr>
              <a:buSzPts val="2000"/>
              <a:buChar char="•"/>
              <a:defRPr sz="2000"/>
            </a:lvl6pPr>
            <a:lvl7pPr marL="3200400" indent="-355600" algn="l">
              <a:lnSpc>
                <a:spcPct val="90000"/>
              </a:lnSpc>
              <a:spcBef>
                <a:spcPts val="500"/>
              </a:spcBef>
              <a:spcAft>
                <a:spcPts val="0"/>
              </a:spcAft>
              <a:buClr>
                <a:schemeClr val="dk1"/>
              </a:buClr>
              <a:buSzPts val="2000"/>
              <a:buChar char="•"/>
              <a:defRPr sz="2000"/>
            </a:lvl7pPr>
            <a:lvl8pPr marL="3657600" indent="-355600" algn="l">
              <a:lnSpc>
                <a:spcPct val="90000"/>
              </a:lnSpc>
              <a:spcBef>
                <a:spcPts val="500"/>
              </a:spcBef>
              <a:spcAft>
                <a:spcPts val="0"/>
              </a:spcAft>
              <a:buClr>
                <a:schemeClr val="dk1"/>
              </a:buClr>
              <a:buSzPts val="2000"/>
              <a:buChar char="•"/>
              <a:defRPr sz="2000"/>
            </a:lvl8pPr>
            <a:lvl9pPr marL="4114800" indent="-355600" algn="l">
              <a:lnSpc>
                <a:spcPct val="90000"/>
              </a:lnSpc>
              <a:spcBef>
                <a:spcPts val="500"/>
              </a:spcBef>
              <a:spcAft>
                <a:spcPts val="0"/>
              </a:spcAft>
              <a:buClr>
                <a:schemeClr val="dk1"/>
              </a:buClr>
              <a:buSzPts val="2000"/>
              <a:buChar char="•"/>
              <a:defRPr sz="2000"/>
            </a:lvl9pPr>
          </a:lstStyle>
          <a:p xmlns:a="http://schemas.openxmlformats.org/drawingml/2006/main"/>
        </p:txBody>
      </p:sp>
      <p:sp>
        <p:nvSpPr>
          <p:cNvPr id="62" name="Google Shape;62;p22">
            <a:extLst xmlns:a="http://schemas.openxmlformats.org/drawingml/2006/main">
              <a:ext uri="{FF2B5EF4-FFF2-40B4-BE49-F238E27FC236}">
                <a16:creationId xmlns:a16="http://schemas.microsoft.com/office/drawing/2014/main" id="{DF851E49-6D11-4F68-AD43-F633615E3438}"/>
              </a:ext>
            </a:extLst>
          </p:cNvPr>
          <p:cNvSpPr>
            <a:spLocks xmlns:a="http://schemas.openxmlformats.org/drawingml/2006/main" noGrp="1"/>
          </p:cNvSpPr>
          <p:nvPr>
            <p:ph type="body" idx="2"/>
          </p:nvPr>
        </p:nvSpPr>
        <p:spPr>
          <a:xfrm xmlns:a="http://schemas.openxmlformats.org/drawingml/2006/main">
            <a:off x="839788" y="2057400"/>
            <a:ext cx="3932237" cy="3811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90000"/>
              </a:lnSpc>
              <a:spcBef>
                <a:spcPts val="1000"/>
              </a:spcBef>
              <a:spcAft>
                <a:spcPts val="0"/>
              </a:spcAft>
              <a:buClr>
                <a:schemeClr val="dk1"/>
              </a:buClr>
              <a:buSzPts val="1600"/>
              <a:buNone/>
              <a:defRPr sz="1600"/>
            </a:lvl1pPr>
            <a:lvl2pPr marL="914400" indent="-228600" algn="l">
              <a:lnSpc>
                <a:spcPct val="90000"/>
              </a:lnSpc>
              <a:spcBef>
                <a:spcPts val="500"/>
              </a:spcBef>
              <a:spcAft>
                <a:spcPts val="0"/>
              </a:spcAft>
              <a:buClr>
                <a:schemeClr val="dk1"/>
              </a:buClr>
              <a:buSzPts val="1400"/>
              <a:buNone/>
              <a:defRPr sz="1400"/>
            </a:lvl2pPr>
            <a:lvl3pPr marL="1371600" indent="-228600" algn="l">
              <a:lnSpc>
                <a:spcPct val="90000"/>
              </a:lnSpc>
              <a:spcBef>
                <a:spcPts val="500"/>
              </a:spcBef>
              <a:spcAft>
                <a:spcPts val="0"/>
              </a:spcAft>
              <a:buClr>
                <a:schemeClr val="dk1"/>
              </a:buClr>
              <a:buSzPts val="1200"/>
              <a:buNone/>
              <a:defRPr sz="1200"/>
            </a:lvl3pPr>
            <a:lvl4pPr marL="1828800" indent="-228600" algn="l">
              <a:lnSpc>
                <a:spcPct val="90000"/>
              </a:lnSpc>
              <a:spcBef>
                <a:spcPts val="500"/>
              </a:spcBef>
              <a:spcAft>
                <a:spcPts val="0"/>
              </a:spcAft>
              <a:buClr>
                <a:schemeClr val="dk1"/>
              </a:buClr>
              <a:buSzPts val="1000"/>
              <a:buNone/>
              <a:defRPr sz="1000"/>
            </a:lvl4pPr>
            <a:lvl5pPr marL="2286000" indent="-228600" algn="l">
              <a:lnSpc>
                <a:spcPct val="90000"/>
              </a:lnSpc>
              <a:spcBef>
                <a:spcPts val="500"/>
              </a:spcBef>
              <a:spcAft>
                <a:spcPts val="0"/>
              </a:spcAft>
              <a:buClr>
                <a:schemeClr val="dk1"/>
              </a:buClr>
              <a:buSzPts val="1000"/>
              <a:buNone/>
              <a:defRPr sz="1000"/>
            </a:lvl5pPr>
            <a:lvl6pPr marL="2743200" indent="-228600" algn="l">
              <a:lnSpc>
                <a:spcPct val="90000"/>
              </a:lnSpc>
              <a:spcBef>
                <a:spcPts val="500"/>
              </a:spcBef>
              <a:spcAft>
                <a:spcPts val="0"/>
              </a:spcAft>
              <a:buClr>
                <a:schemeClr val="dk1"/>
              </a:buClr>
              <a:buSzPts val="1000"/>
              <a:buNone/>
              <a:defRPr sz="1000"/>
            </a:lvl6pPr>
            <a:lvl7pPr marL="3200400" indent="-228600" algn="l">
              <a:lnSpc>
                <a:spcPct val="90000"/>
              </a:lnSpc>
              <a:spcBef>
                <a:spcPts val="500"/>
              </a:spcBef>
              <a:spcAft>
                <a:spcPts val="0"/>
              </a:spcAft>
              <a:buClr>
                <a:schemeClr val="dk1"/>
              </a:buClr>
              <a:buSzPts val="1000"/>
              <a:buNone/>
              <a:defRPr sz="1000"/>
            </a:lvl7pPr>
            <a:lvl8pPr marL="3657600" indent="-228600" algn="l">
              <a:lnSpc>
                <a:spcPct val="90000"/>
              </a:lnSpc>
              <a:spcBef>
                <a:spcPts val="500"/>
              </a:spcBef>
              <a:spcAft>
                <a:spcPts val="0"/>
              </a:spcAft>
              <a:buClr>
                <a:schemeClr val="dk1"/>
              </a:buClr>
              <a:buSzPts val="1000"/>
              <a:buNone/>
              <a:defRPr sz="1000"/>
            </a:lvl8pPr>
            <a:lvl9pPr marL="4114800" indent="-228600" algn="l">
              <a:lnSpc>
                <a:spcPct val="90000"/>
              </a:lnSpc>
              <a:spcBef>
                <a:spcPts val="500"/>
              </a:spcBef>
              <a:spcAft>
                <a:spcPts val="0"/>
              </a:spcAft>
              <a:buClr>
                <a:schemeClr val="dk1"/>
              </a:buClr>
              <a:buSzPts val="1000"/>
              <a:buNone/>
              <a:defRPr sz="1000"/>
            </a:lvl9pPr>
          </a:lstStyle>
          <a:p xmlns:a="http://schemas.openxmlformats.org/drawingml/2006/main"/>
        </p:txBody>
      </p:sp>
      <p:sp>
        <p:nvSpPr>
          <p:cNvPr id="63" name="Google Shape;63;p22">
            <a:extLst xmlns:a="http://schemas.openxmlformats.org/drawingml/2006/main">
              <a:ext uri="{FF2B5EF4-FFF2-40B4-BE49-F238E27FC236}">
                <a16:creationId xmlns:a16="http://schemas.microsoft.com/office/drawing/2014/main" id="{8E760144-FAFF-41C4-850A-676FEEE570C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64" name="Google Shape;64;p22">
            <a:extLst xmlns:a="http://schemas.openxmlformats.org/drawingml/2006/main">
              <a:ext uri="{FF2B5EF4-FFF2-40B4-BE49-F238E27FC236}">
                <a16:creationId xmlns:a16="http://schemas.microsoft.com/office/drawing/2014/main" id="{32A64C0B-BBEA-437C-88F3-A2F8829BD9BD}"/>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65" name="Google Shape;65;p22">
            <a:extLst xmlns:a="http://schemas.openxmlformats.org/drawingml/2006/main">
              <a:ext uri="{FF2B5EF4-FFF2-40B4-BE49-F238E27FC236}">
                <a16:creationId xmlns:a16="http://schemas.microsoft.com/office/drawing/2014/main" id="{A798C5B1-06F0-48CA-A058-6B5518246086}"/>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Picture with Caption" type="picTx">
  <p:cSld name="PICTURE_WITH_CAPTION_TEXT">
    <p:spTree>
      <p:nvGrpSpPr>
        <p:cNvPr id="1" name=""/>
        <p:cNvGrpSpPr/>
        <p:nvPr/>
      </p:nvGrpSpPr>
      <p:grpSpPr>
        <a:xfrm xmlns:a="http://schemas.openxmlformats.org/drawingml/2006/main"/>
      </p:grpSpPr>
      <p:sp>
        <p:nvSpPr>
          <p:cNvPr id="67" name="Google Shape;67;p23">
            <a:extLst xmlns:a="http://schemas.openxmlformats.org/drawingml/2006/main">
              <a:ext uri="{FF2B5EF4-FFF2-40B4-BE49-F238E27FC236}">
                <a16:creationId xmlns:a16="http://schemas.microsoft.com/office/drawing/2014/main" id="{75E6DC78-2F28-4354-9AB9-3698FBECC112}"/>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90000"/>
              </a:lnSpc>
              <a:spcBef>
                <a:spcPts val="0"/>
              </a:spcBef>
              <a:spcAft>
                <a:spcPts val="0"/>
              </a:spcAft>
              <a:buClr>
                <a:schemeClr val="dk1"/>
              </a:buClr>
              <a:buSzPts val="3200"/>
              <a:buFont typeface="Calibri"/>
              <a:buNone/>
              <a:defRPr sz="32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68" name="Google Shape;68;p23">
            <a:extLst xmlns:a="http://schemas.openxmlformats.org/drawingml/2006/main">
              <a:ext uri="{FF2B5EF4-FFF2-40B4-BE49-F238E27FC236}">
                <a16:creationId xmlns:a16="http://schemas.microsoft.com/office/drawing/2014/main" id="{73844946-4233-493B-A66D-C6B5C555971F}"/>
              </a:ext>
            </a:extLst>
          </p:cNvPr>
          <p:cNvSpPr>
            <a:spLocks xmlns:a="http://schemas.openxmlformats.org/drawingml/2006/main" noGrp="1"/>
          </p:cNvSpPr>
          <p:nvPr>
            <p:ph type="pic" idx="2"/>
          </p:nvPr>
        </p:nvSpPr>
        <p:spPr>
          <a:xfrm xmlns:a="http://schemas.openxmlformats.org/drawingml/2006/main">
            <a:off x="5183188" y="987425"/>
            <a:ext cx="6172200" cy="4873625"/>
          </a:xfrm>
          <a:prstGeom xmlns:a="http://schemas.openxmlformats.org/drawingml/2006/main" prst="rect">
            <a:avLst/>
          </a:prstGeom>
          <a:noFill xmlns:a="http://schemas.openxmlformats.org/drawingml/2006/main"/>
          <a:ln xmlns:a="http://schemas.openxmlformats.org/drawingml/2006/main">
            <a:noFill/>
          </a:ln>
        </p:spPr>
      </p:sp>
      <p:sp>
        <p:nvSpPr>
          <p:cNvPr id="69" name="Google Shape;69;p23">
            <a:extLst xmlns:a="http://schemas.openxmlformats.org/drawingml/2006/main">
              <a:ext uri="{FF2B5EF4-FFF2-40B4-BE49-F238E27FC236}">
                <a16:creationId xmlns:a16="http://schemas.microsoft.com/office/drawing/2014/main" id="{C23C22E2-90CB-4EE7-A051-D0CBC86B40C0}"/>
              </a:ext>
            </a:extLst>
          </p:cNvPr>
          <p:cNvSpPr>
            <a:spLocks xmlns:a="http://schemas.openxmlformats.org/drawingml/2006/main" noGrp="1"/>
          </p:cNvSpPr>
          <p:nvPr>
            <p:ph type="body" idx="1"/>
          </p:nvPr>
        </p:nvSpPr>
        <p:spPr>
          <a:xfrm xmlns:a="http://schemas.openxmlformats.org/drawingml/2006/main">
            <a:off x="839788" y="2057400"/>
            <a:ext cx="3932237" cy="3811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90000"/>
              </a:lnSpc>
              <a:spcBef>
                <a:spcPts val="1000"/>
              </a:spcBef>
              <a:spcAft>
                <a:spcPts val="0"/>
              </a:spcAft>
              <a:buClr>
                <a:schemeClr val="dk1"/>
              </a:buClr>
              <a:buSzPts val="1600"/>
              <a:buNone/>
              <a:defRPr sz="1600"/>
            </a:lvl1pPr>
            <a:lvl2pPr marL="914400" indent="-228600" algn="l">
              <a:lnSpc>
                <a:spcPct val="90000"/>
              </a:lnSpc>
              <a:spcBef>
                <a:spcPts val="500"/>
              </a:spcBef>
              <a:spcAft>
                <a:spcPts val="0"/>
              </a:spcAft>
              <a:buClr>
                <a:schemeClr val="dk1"/>
              </a:buClr>
              <a:buSzPts val="1400"/>
              <a:buNone/>
              <a:defRPr sz="1400"/>
            </a:lvl2pPr>
            <a:lvl3pPr marL="1371600" indent="-228600" algn="l">
              <a:lnSpc>
                <a:spcPct val="90000"/>
              </a:lnSpc>
              <a:spcBef>
                <a:spcPts val="500"/>
              </a:spcBef>
              <a:spcAft>
                <a:spcPts val="0"/>
              </a:spcAft>
              <a:buClr>
                <a:schemeClr val="dk1"/>
              </a:buClr>
              <a:buSzPts val="1200"/>
              <a:buNone/>
              <a:defRPr sz="1200"/>
            </a:lvl3pPr>
            <a:lvl4pPr marL="1828800" indent="-228600" algn="l">
              <a:lnSpc>
                <a:spcPct val="90000"/>
              </a:lnSpc>
              <a:spcBef>
                <a:spcPts val="500"/>
              </a:spcBef>
              <a:spcAft>
                <a:spcPts val="0"/>
              </a:spcAft>
              <a:buClr>
                <a:schemeClr val="dk1"/>
              </a:buClr>
              <a:buSzPts val="1000"/>
              <a:buNone/>
              <a:defRPr sz="1000"/>
            </a:lvl4pPr>
            <a:lvl5pPr marL="2286000" indent="-228600" algn="l">
              <a:lnSpc>
                <a:spcPct val="90000"/>
              </a:lnSpc>
              <a:spcBef>
                <a:spcPts val="500"/>
              </a:spcBef>
              <a:spcAft>
                <a:spcPts val="0"/>
              </a:spcAft>
              <a:buClr>
                <a:schemeClr val="dk1"/>
              </a:buClr>
              <a:buSzPts val="1000"/>
              <a:buNone/>
              <a:defRPr sz="1000"/>
            </a:lvl5pPr>
            <a:lvl6pPr marL="2743200" indent="-228600" algn="l">
              <a:lnSpc>
                <a:spcPct val="90000"/>
              </a:lnSpc>
              <a:spcBef>
                <a:spcPts val="500"/>
              </a:spcBef>
              <a:spcAft>
                <a:spcPts val="0"/>
              </a:spcAft>
              <a:buClr>
                <a:schemeClr val="dk1"/>
              </a:buClr>
              <a:buSzPts val="1000"/>
              <a:buNone/>
              <a:defRPr sz="1000"/>
            </a:lvl6pPr>
            <a:lvl7pPr marL="3200400" indent="-228600" algn="l">
              <a:lnSpc>
                <a:spcPct val="90000"/>
              </a:lnSpc>
              <a:spcBef>
                <a:spcPts val="500"/>
              </a:spcBef>
              <a:spcAft>
                <a:spcPts val="0"/>
              </a:spcAft>
              <a:buClr>
                <a:schemeClr val="dk1"/>
              </a:buClr>
              <a:buSzPts val="1000"/>
              <a:buNone/>
              <a:defRPr sz="1000"/>
            </a:lvl7pPr>
            <a:lvl8pPr marL="3657600" indent="-228600" algn="l">
              <a:lnSpc>
                <a:spcPct val="90000"/>
              </a:lnSpc>
              <a:spcBef>
                <a:spcPts val="500"/>
              </a:spcBef>
              <a:spcAft>
                <a:spcPts val="0"/>
              </a:spcAft>
              <a:buClr>
                <a:schemeClr val="dk1"/>
              </a:buClr>
              <a:buSzPts val="1000"/>
              <a:buNone/>
              <a:defRPr sz="1000"/>
            </a:lvl8pPr>
            <a:lvl9pPr marL="4114800" indent="-228600" algn="l">
              <a:lnSpc>
                <a:spcPct val="90000"/>
              </a:lnSpc>
              <a:spcBef>
                <a:spcPts val="500"/>
              </a:spcBef>
              <a:spcAft>
                <a:spcPts val="0"/>
              </a:spcAft>
              <a:buClr>
                <a:schemeClr val="dk1"/>
              </a:buClr>
              <a:buSzPts val="1000"/>
              <a:buNone/>
              <a:defRPr sz="1000"/>
            </a:lvl9pPr>
          </a:lstStyle>
          <a:p xmlns:a="http://schemas.openxmlformats.org/drawingml/2006/main"/>
        </p:txBody>
      </p:sp>
      <p:sp>
        <p:nvSpPr>
          <p:cNvPr id="70" name="Google Shape;70;p23">
            <a:extLst xmlns:a="http://schemas.openxmlformats.org/drawingml/2006/main">
              <a:ext uri="{FF2B5EF4-FFF2-40B4-BE49-F238E27FC236}">
                <a16:creationId xmlns:a16="http://schemas.microsoft.com/office/drawing/2014/main" id="{468CF7FE-A4F1-41F7-94F8-298C6FD82948}"/>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71" name="Google Shape;71;p23">
            <a:extLst xmlns:a="http://schemas.openxmlformats.org/drawingml/2006/main">
              <a:ext uri="{FF2B5EF4-FFF2-40B4-BE49-F238E27FC236}">
                <a16:creationId xmlns:a16="http://schemas.microsoft.com/office/drawing/2014/main" id="{32C8E567-BB43-4CE5-9558-AE5EA0DB30F0}"/>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72" name="Google Shape;72;p23">
            <a:extLst xmlns:a="http://schemas.openxmlformats.org/drawingml/2006/main">
              <a:ext uri="{FF2B5EF4-FFF2-40B4-BE49-F238E27FC236}">
                <a16:creationId xmlns:a16="http://schemas.microsoft.com/office/drawing/2014/main" id="{5AF19D42-DAB9-4B6F-A7D0-31A17F16170E}"/>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Title and Vertical Text" type="vertTx">
  <p:cSld name="VERTICAL_TEXT">
    <p:spTree>
      <p:nvGrpSpPr>
        <p:cNvPr id="1" name=""/>
        <p:cNvGrpSpPr/>
        <p:nvPr/>
      </p:nvGrpSpPr>
      <p:grpSpPr>
        <a:xfrm xmlns:a="http://schemas.openxmlformats.org/drawingml/2006/main"/>
      </p:grpSpPr>
      <p:sp>
        <p:nvSpPr>
          <p:cNvPr id="74" name="Google Shape;74;p24">
            <a:extLst xmlns:a="http://schemas.openxmlformats.org/drawingml/2006/main">
              <a:ext uri="{FF2B5EF4-FFF2-40B4-BE49-F238E27FC236}">
                <a16:creationId xmlns:a16="http://schemas.microsoft.com/office/drawing/2014/main" id="{FBEB2FF7-5AEB-42F1-9A0F-44A1C26D2BEA}"/>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75" name="Google Shape;75;p24">
            <a:extLst xmlns:a="http://schemas.openxmlformats.org/drawingml/2006/main">
              <a:ext uri="{FF2B5EF4-FFF2-40B4-BE49-F238E27FC236}">
                <a16:creationId xmlns:a16="http://schemas.microsoft.com/office/drawing/2014/main" id="{F5D8932C-4A62-40FC-B518-87E8618FB4EB}"/>
              </a:ext>
            </a:extLst>
          </p:cNvPr>
          <p:cNvSpPr>
            <a:spLocks xmlns:a="http://schemas.openxmlformats.org/drawingml/2006/main" noGrp="1"/>
          </p:cNvSpPr>
          <p:nvPr>
            <p:ph type="body" idx="1"/>
          </p:nvPr>
        </p:nvSpPr>
        <p:spPr>
          <a:xfrm xmlns:a="http://schemas.openxmlformats.org/drawingml/2006/main" rot="5400000">
            <a:off x="3920331" y="-1256506"/>
            <a:ext cx="4351338" cy="10515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76" name="Google Shape;76;p24">
            <a:extLst xmlns:a="http://schemas.openxmlformats.org/drawingml/2006/main">
              <a:ext uri="{FF2B5EF4-FFF2-40B4-BE49-F238E27FC236}">
                <a16:creationId xmlns:a16="http://schemas.microsoft.com/office/drawing/2014/main" id="{F72F6BF8-DF49-495B-9E67-E7BEDBE7E4FA}"/>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77" name="Google Shape;77;p24">
            <a:extLst xmlns:a="http://schemas.openxmlformats.org/drawingml/2006/main">
              <a:ext uri="{FF2B5EF4-FFF2-40B4-BE49-F238E27FC236}">
                <a16:creationId xmlns:a16="http://schemas.microsoft.com/office/drawing/2014/main" id="{5381A871-4097-47FA-ACD0-11A8F97C4A27}"/>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78" name="Google Shape;78;p24">
            <a:extLst xmlns:a="http://schemas.openxmlformats.org/drawingml/2006/main">
              <a:ext uri="{FF2B5EF4-FFF2-40B4-BE49-F238E27FC236}">
                <a16:creationId xmlns:a16="http://schemas.microsoft.com/office/drawing/2014/main" id="{6441E9E5-0FA1-4139-9CCC-6C15DE66D370}"/>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Vertical Title and Text" type="vertTitleAndTx">
  <p:cSld name="VERTICAL_TITLE_AND_VERTICAL_TEXT">
    <p:spTree>
      <p:nvGrpSpPr>
        <p:cNvPr id="1" name=""/>
        <p:cNvGrpSpPr/>
        <p:nvPr/>
      </p:nvGrpSpPr>
      <p:grpSpPr>
        <a:xfrm xmlns:a="http://schemas.openxmlformats.org/drawingml/2006/main"/>
      </p:grpSpPr>
      <p:sp>
        <p:nvSpPr>
          <p:cNvPr id="80" name="Google Shape;80;p25">
            <a:extLst xmlns:a="http://schemas.openxmlformats.org/drawingml/2006/main">
              <a:ext uri="{FF2B5EF4-FFF2-40B4-BE49-F238E27FC236}">
                <a16:creationId xmlns:a16="http://schemas.microsoft.com/office/drawing/2014/main" id="{87B2D46C-E1CE-4C0B-9E3F-D987169B1B0A}"/>
              </a:ext>
            </a:extLst>
          </p:cNvPr>
          <p:cNvSpPr>
            <a:spLocks xmlns:a="http://schemas.openxmlformats.org/drawingml/2006/main" noGrp="1"/>
          </p:cNvSpPr>
          <p:nvPr>
            <p:ph type="title" idx="0"/>
          </p:nvPr>
        </p:nvSpPr>
        <p:spPr>
          <a:xfrm xmlns:a="http://schemas.openxmlformats.org/drawingml/2006/main" rot="5400000">
            <a:off x="7133431" y="1956594"/>
            <a:ext cx="5811838" cy="262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81" name="Google Shape;81;p25">
            <a:extLst xmlns:a="http://schemas.openxmlformats.org/drawingml/2006/main">
              <a:ext uri="{FF2B5EF4-FFF2-40B4-BE49-F238E27FC236}">
                <a16:creationId xmlns:a16="http://schemas.microsoft.com/office/drawing/2014/main" id="{471169DE-2503-477E-9936-0DE9D39ABC3B}"/>
              </a:ext>
            </a:extLst>
          </p:cNvPr>
          <p:cNvSpPr>
            <a:spLocks xmlns:a="http://schemas.openxmlformats.org/drawingml/2006/main" noGrp="1"/>
          </p:cNvSpPr>
          <p:nvPr>
            <p:ph type="body" idx="1"/>
          </p:nvPr>
        </p:nvSpPr>
        <p:spPr>
          <a:xfrm xmlns:a="http://schemas.openxmlformats.org/drawingml/2006/main" rot="5400000">
            <a:off x="1799431" y="-596106"/>
            <a:ext cx="5811838" cy="7734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82" name="Google Shape;82;p25">
            <a:extLst xmlns:a="http://schemas.openxmlformats.org/drawingml/2006/main">
              <a:ext uri="{FF2B5EF4-FFF2-40B4-BE49-F238E27FC236}">
                <a16:creationId xmlns:a16="http://schemas.microsoft.com/office/drawing/2014/main" id="{BA24F250-0AD1-48B2-924B-939E4B7196D4}"/>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83" name="Google Shape;83;p25">
            <a:extLst xmlns:a="http://schemas.openxmlformats.org/drawingml/2006/main">
              <a:ext uri="{FF2B5EF4-FFF2-40B4-BE49-F238E27FC236}">
                <a16:creationId xmlns:a16="http://schemas.microsoft.com/office/drawing/2014/main" id="{36A1F827-E04B-4074-80E3-C63BC654730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84" name="Google Shape;84;p25">
            <a:extLst xmlns:a="http://schemas.openxmlformats.org/drawingml/2006/main">
              <a:ext uri="{FF2B5EF4-FFF2-40B4-BE49-F238E27FC236}">
                <a16:creationId xmlns:a16="http://schemas.microsoft.com/office/drawing/2014/main" id="{4286900E-92C1-4CF6-B45F-C0706AC485BD}"/>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98eb66aa09476c" /><Relationship Type="http://schemas.openxmlformats.org/officeDocument/2006/relationships/slideLayout" Target="/ppt/slideLayouts/slideLayout1.xml" Id="R7abcd05663dc45bb" /><Relationship Type="http://schemas.openxmlformats.org/officeDocument/2006/relationships/slideLayout" Target="/ppt/slideLayouts/slideLayout2.xml" Id="R6cb598dc02c74313" /><Relationship Type="http://schemas.openxmlformats.org/officeDocument/2006/relationships/slideLayout" Target="/ppt/slideLayouts/slideLayout3.xml" Id="Re385f075e6fa4073" /><Relationship Type="http://schemas.openxmlformats.org/officeDocument/2006/relationships/slideLayout" Target="/ppt/slideLayouts/slideLayout4.xml" Id="Rf8ac6efbc07c4048" /><Relationship Type="http://schemas.openxmlformats.org/officeDocument/2006/relationships/slideLayout" Target="/ppt/slideLayouts/slideLayout5.xml" Id="Radb0139226514e80" /><Relationship Type="http://schemas.openxmlformats.org/officeDocument/2006/relationships/slideLayout" Target="/ppt/slideLayouts/slideLayout6.xml" Id="Re0b85ef3af174343" /><Relationship Type="http://schemas.openxmlformats.org/officeDocument/2006/relationships/slideLayout" Target="/ppt/slideLayouts/slideLayout7.xml" Id="Rfa38a3985a6a4ed8" /><Relationship Type="http://schemas.openxmlformats.org/officeDocument/2006/relationships/slideLayout" Target="/ppt/slideLayouts/slideLayout8.xml" Id="R7d5cbeb22b724cec" /><Relationship Type="http://schemas.openxmlformats.org/officeDocument/2006/relationships/slideLayout" Target="/ppt/slideLayouts/slideLayout9.xml" Id="Re1ef267b3a91431b" /><Relationship Type="http://schemas.openxmlformats.org/officeDocument/2006/relationships/slideLayout" Target="/ppt/slideLayouts/slideLayout10.xml" Id="R3fe71dd4b3f04912" /><Relationship Type="http://schemas.openxmlformats.org/officeDocument/2006/relationships/slideLayout" Target="/ppt/slideLayouts/slideLayout11.xml" Id="R0cb330459c974e68" /><Relationship Type="http://schemas.openxmlformats.org/officeDocument/2006/relationships/slideLayout" Target="/ppt/slideLayouts/slideLayout12.xml" Id="R72728ad99e37488a"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10" name="Google Shape;10;p13">
            <a:extLst xmlns:a="http://schemas.openxmlformats.org/drawingml/2006/main">
              <a:ext uri="{FF2B5EF4-FFF2-40B4-BE49-F238E27FC236}">
                <a16:creationId xmlns:a16="http://schemas.microsoft.com/office/drawing/2014/main" id="{FD0B5D96-23F2-4F33-98F2-82F6C4DEA34E}"/>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marR="0" algn="l">
              <a:lnSpc>
                <a:spcPct val="90000"/>
              </a:lnSpc>
              <a:spcBef>
                <a:spcPts val="0"/>
              </a:spcBef>
              <a:spcAft>
                <a:spcPts val="0"/>
              </a:spcAft>
              <a:buClr>
                <a:schemeClr val="dk1"/>
              </a:buClr>
              <a:buSzPts val="4400"/>
              <a:buFont typeface="Calibri"/>
              <a:buNone/>
              <a:defRPr sz="4400" b="0" i="0" u="none" cap="none">
                <a:solidFill>
                  <a:schemeClr val="dk1"/>
                </a:solidFill>
                <a:latin typeface="Calibri"/>
                <a:ea typeface="Calibri"/>
                <a:cs typeface="Calibri"/>
              </a:defRPr>
            </a:lvl1pPr>
            <a:lvl2pPr>
              <a:spcBef>
                <a:spcPts val="0"/>
              </a:spcBef>
              <a:spcAft>
                <a:spcPts val="0"/>
              </a:spcAft>
              <a:buSzPts val="1400"/>
              <a:buNone/>
              <a:defRPr sz="1800"/>
            </a:lvl2pPr>
            <a:lvl3pPr>
              <a:spcBef>
                <a:spcPts val="0"/>
              </a:spcBef>
              <a:spcAft>
                <a:spcPts val="0"/>
              </a:spcAft>
              <a:buSzPts val="1400"/>
              <a:buNone/>
              <a:defRPr sz="1800"/>
            </a:lvl3pPr>
            <a:lvl4pPr>
              <a:spcBef>
                <a:spcPts val="0"/>
              </a:spcBef>
              <a:spcAft>
                <a:spcPts val="0"/>
              </a:spcAft>
              <a:buSzPts val="1400"/>
              <a:buNone/>
              <a:defRPr sz="1800"/>
            </a:lvl4pPr>
            <a:lvl5pPr>
              <a:spcBef>
                <a:spcPts val="0"/>
              </a:spcBef>
              <a:spcAft>
                <a:spcPts val="0"/>
              </a:spcAft>
              <a:buSzPts val="1400"/>
              <a:buNone/>
              <a:defRPr sz="1800"/>
            </a:lvl5pPr>
            <a:lvl6pPr>
              <a:spcBef>
                <a:spcPts val="0"/>
              </a:spcBef>
              <a:spcAft>
                <a:spcPts val="0"/>
              </a:spcAft>
              <a:buSzPts val="1400"/>
              <a:buNone/>
              <a:defRPr sz="1800"/>
            </a:lvl6pPr>
            <a:lvl7pPr>
              <a:spcBef>
                <a:spcPts val="0"/>
              </a:spcBef>
              <a:spcAft>
                <a:spcPts val="0"/>
              </a:spcAft>
              <a:buSzPts val="1400"/>
              <a:buNone/>
              <a:defRPr sz="1800"/>
            </a:lvl7pPr>
            <a:lvl8pPr>
              <a:spcBef>
                <a:spcPts val="0"/>
              </a:spcBef>
              <a:spcAft>
                <a:spcPts val="0"/>
              </a:spcAft>
              <a:buSzPts val="1400"/>
              <a:buNone/>
              <a:defRPr sz="1800"/>
            </a:lvl8pPr>
            <a:lvl9pPr>
              <a:spcBef>
                <a:spcPts val="0"/>
              </a:spcBef>
              <a:spcAft>
                <a:spcPts val="0"/>
              </a:spcAft>
              <a:buSzPts val="1400"/>
              <a:buNone/>
              <a:defRPr sz="1800"/>
            </a:lvl9pPr>
          </a:lstStyle>
          <a:p xmlns:a="http://schemas.openxmlformats.org/drawingml/2006/main"/>
        </p:txBody>
      </p:sp>
      <p:sp>
        <p:nvSpPr>
          <p:cNvPr id="11" name="Google Shape;11;p13">
            <a:extLst xmlns:a="http://schemas.openxmlformats.org/drawingml/2006/main">
              <a:ext uri="{FF2B5EF4-FFF2-40B4-BE49-F238E27FC236}">
                <a16:creationId xmlns:a16="http://schemas.microsoft.com/office/drawing/2014/main" id="{6747732C-209F-4683-9560-4B062402D5CF}"/>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marR="0" indent="-406400" algn="l">
              <a:lnSpc>
                <a:spcPct val="90000"/>
              </a:lnSpc>
              <a:spcBef>
                <a:spcPts val="1000"/>
              </a:spcBef>
              <a:spcAft>
                <a:spcPts val="0"/>
              </a:spcAft>
              <a:buClr>
                <a:schemeClr val="dk1"/>
              </a:buClr>
              <a:buSzPts val="2800"/>
              <a:buFont typeface="Arial"/>
              <a:buChar char="•"/>
              <a:defRPr sz="2800" b="0" i="0" u="none" cap="none">
                <a:solidFill>
                  <a:schemeClr val="dk1"/>
                </a:solidFill>
                <a:latin typeface="Calibri"/>
                <a:ea typeface="Calibri"/>
                <a:cs typeface="Calibri"/>
              </a:defRPr>
            </a:lvl1pPr>
            <a:lvl2pPr marL="914400" marR="0" indent="-381000" algn="l">
              <a:lnSpc>
                <a:spcPct val="90000"/>
              </a:lnSpc>
              <a:spcBef>
                <a:spcPts val="500"/>
              </a:spcBef>
              <a:spcAft>
                <a:spcPts val="0"/>
              </a:spcAft>
              <a:buClr>
                <a:schemeClr val="dk1"/>
              </a:buClr>
              <a:buSzPts val="2400"/>
              <a:buFont typeface="Arial"/>
              <a:buChar char="•"/>
              <a:defRPr sz="2400" b="0" i="0" u="none" cap="none">
                <a:solidFill>
                  <a:schemeClr val="dk1"/>
                </a:solidFill>
                <a:latin typeface="Calibri"/>
                <a:ea typeface="Calibri"/>
                <a:cs typeface="Calibri"/>
              </a:defRPr>
            </a:lvl2pPr>
            <a:lvl3pPr marL="1371600" marR="0" indent="-355600" algn="l">
              <a:lnSpc>
                <a:spcPct val="90000"/>
              </a:lnSpc>
              <a:spcBef>
                <a:spcPts val="500"/>
              </a:spcBef>
              <a:spcAft>
                <a:spcPts val="0"/>
              </a:spcAft>
              <a:buClr>
                <a:schemeClr val="dk1"/>
              </a:buClr>
              <a:buSzPts val="2000"/>
              <a:buFont typeface="Arial"/>
              <a:buChar char="•"/>
              <a:defRPr sz="2000" b="0" i="0" u="none" cap="none">
                <a:solidFill>
                  <a:schemeClr val="dk1"/>
                </a:solidFill>
                <a:latin typeface="Calibri"/>
                <a:ea typeface="Calibri"/>
                <a:cs typeface="Calibri"/>
              </a:defRPr>
            </a:lvl3pPr>
            <a:lvl4pPr marL="18288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4pPr>
            <a:lvl5pPr marL="22860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5pPr>
            <a:lvl6pPr marL="27432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6pPr>
            <a:lvl7pPr marL="32004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7pPr>
            <a:lvl8pPr marL="36576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8pPr>
            <a:lvl9pPr marL="41148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9pPr>
          </a:lstStyle>
          <a:p xmlns:a="http://schemas.openxmlformats.org/drawingml/2006/main"/>
        </p:txBody>
      </p:sp>
      <p:sp>
        <p:nvSpPr>
          <p:cNvPr id="12" name="Google Shape;12;p13">
            <a:extLst xmlns:a="http://schemas.openxmlformats.org/drawingml/2006/main">
              <a:ext uri="{FF2B5EF4-FFF2-40B4-BE49-F238E27FC236}">
                <a16:creationId xmlns:a16="http://schemas.microsoft.com/office/drawing/2014/main" id="{28622E4B-8E89-4A89-A702-9A97D0E03777}"/>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l">
              <a:spcBef>
                <a:spcPts val="0"/>
              </a:spcBef>
              <a:spcAft>
                <a:spcPts val="0"/>
              </a:spcAft>
              <a:buSzPts val="1400"/>
              <a:buNone/>
              <a:defRPr sz="1200" b="0" i="0" u="none" cap="none">
                <a:solidFill>
                  <a:srgbClr val="888888"/>
                </a:solidFill>
                <a:latin typeface="Calibri"/>
                <a:ea typeface="Calibri"/>
                <a:cs typeface="Calibri"/>
              </a:defRPr>
            </a:lvl1pPr>
            <a:lvl2pPr marR="0" algn="l">
              <a:spcBef>
                <a:spcPts val="0"/>
              </a:spcBef>
              <a:spcAft>
                <a:spcPts val="0"/>
              </a:spcAft>
              <a:buSzPts val="1400"/>
              <a:buNone/>
              <a:defRPr sz="1800" b="0" i="0" u="none" cap="none">
                <a:solidFill>
                  <a:schemeClr val="dk1"/>
                </a:solidFill>
                <a:latin typeface="Calibri"/>
                <a:ea typeface="Calibri"/>
                <a:cs typeface="Calibri"/>
              </a:defRPr>
            </a:lvl2pPr>
            <a:lvl3pPr marR="0" algn="l">
              <a:spcBef>
                <a:spcPts val="0"/>
              </a:spcBef>
              <a:spcAft>
                <a:spcPts val="0"/>
              </a:spcAft>
              <a:buSzPts val="1400"/>
              <a:buNone/>
              <a:defRPr sz="1800" b="0" i="0" u="none" cap="none">
                <a:solidFill>
                  <a:schemeClr val="dk1"/>
                </a:solidFill>
                <a:latin typeface="Calibri"/>
                <a:ea typeface="Calibri"/>
                <a:cs typeface="Calibri"/>
              </a:defRPr>
            </a:lvl3pPr>
            <a:lvl4pPr marR="0" algn="l">
              <a:spcBef>
                <a:spcPts val="0"/>
              </a:spcBef>
              <a:spcAft>
                <a:spcPts val="0"/>
              </a:spcAft>
              <a:buSzPts val="1400"/>
              <a:buNone/>
              <a:defRPr sz="1800" b="0" i="0" u="none" cap="none">
                <a:solidFill>
                  <a:schemeClr val="dk1"/>
                </a:solidFill>
                <a:latin typeface="Calibri"/>
                <a:ea typeface="Calibri"/>
                <a:cs typeface="Calibri"/>
              </a:defRPr>
            </a:lvl4pPr>
            <a:lvl5pPr marR="0" algn="l">
              <a:spcBef>
                <a:spcPts val="0"/>
              </a:spcBef>
              <a:spcAft>
                <a:spcPts val="0"/>
              </a:spcAft>
              <a:buSzPts val="1400"/>
              <a:buNone/>
              <a:defRPr sz="1800" b="0" i="0" u="none" cap="none">
                <a:solidFill>
                  <a:schemeClr val="dk1"/>
                </a:solidFill>
                <a:latin typeface="Calibri"/>
                <a:ea typeface="Calibri"/>
                <a:cs typeface="Calibri"/>
              </a:defRPr>
            </a:lvl5pPr>
            <a:lvl6pPr marR="0" algn="l">
              <a:spcBef>
                <a:spcPts val="0"/>
              </a:spcBef>
              <a:spcAft>
                <a:spcPts val="0"/>
              </a:spcAft>
              <a:buSzPts val="1400"/>
              <a:buNone/>
              <a:defRPr sz="1800" b="0" i="0" u="none" cap="none">
                <a:solidFill>
                  <a:schemeClr val="dk1"/>
                </a:solidFill>
                <a:latin typeface="Calibri"/>
                <a:ea typeface="Calibri"/>
                <a:cs typeface="Calibri"/>
              </a:defRPr>
            </a:lvl6pPr>
            <a:lvl7pPr marR="0" algn="l">
              <a:spcBef>
                <a:spcPts val="0"/>
              </a:spcBef>
              <a:spcAft>
                <a:spcPts val="0"/>
              </a:spcAft>
              <a:buSzPts val="1400"/>
              <a:buNone/>
              <a:defRPr sz="1800" b="0" i="0" u="none" cap="none">
                <a:solidFill>
                  <a:schemeClr val="dk1"/>
                </a:solidFill>
                <a:latin typeface="Calibri"/>
                <a:ea typeface="Calibri"/>
                <a:cs typeface="Calibri"/>
              </a:defRPr>
            </a:lvl7pPr>
            <a:lvl8pPr marR="0" algn="l">
              <a:spcBef>
                <a:spcPts val="0"/>
              </a:spcBef>
              <a:spcAft>
                <a:spcPts val="0"/>
              </a:spcAft>
              <a:buSzPts val="1400"/>
              <a:buNone/>
              <a:defRPr sz="1800" b="0" i="0" u="none" cap="none">
                <a:solidFill>
                  <a:schemeClr val="dk1"/>
                </a:solidFill>
                <a:latin typeface="Calibri"/>
                <a:ea typeface="Calibri"/>
                <a:cs typeface="Calibri"/>
              </a:defRPr>
            </a:lvl8pPr>
            <a:lvl9pPr marR="0" algn="l">
              <a:spcBef>
                <a:spcPts val="0"/>
              </a:spcBef>
              <a:spcAft>
                <a:spcPts val="0"/>
              </a:spcAft>
              <a:buSzPts val="1400"/>
              <a:buNone/>
              <a:defRPr sz="1800" b="0" i="0" u="none" cap="none">
                <a:solidFill>
                  <a:schemeClr val="dk1"/>
                </a:solidFill>
                <a:latin typeface="Calibri"/>
                <a:ea typeface="Calibri"/>
                <a:cs typeface="Calibri"/>
              </a:defRPr>
            </a:lvl9pPr>
          </a:lstStyle>
          <a:p xmlns:a="http://schemas.openxmlformats.org/drawingml/2006/main"/>
        </p:txBody>
      </p:sp>
      <p:sp>
        <p:nvSpPr>
          <p:cNvPr id="13" name="Google Shape;13;p13">
            <a:extLst xmlns:a="http://schemas.openxmlformats.org/drawingml/2006/main">
              <a:ext uri="{FF2B5EF4-FFF2-40B4-BE49-F238E27FC236}">
                <a16:creationId xmlns:a16="http://schemas.microsoft.com/office/drawing/2014/main" id="{95388E3E-C63F-4F8A-9D7D-BA3FEACCFAF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ctr">
              <a:spcBef>
                <a:spcPts val="0"/>
              </a:spcBef>
              <a:spcAft>
                <a:spcPts val="0"/>
              </a:spcAft>
              <a:buSzPts val="1400"/>
              <a:buNone/>
              <a:defRPr sz="1200" b="0" i="0" u="none" cap="none">
                <a:solidFill>
                  <a:srgbClr val="888888"/>
                </a:solidFill>
                <a:latin typeface="Calibri"/>
                <a:ea typeface="Calibri"/>
                <a:cs typeface="Calibri"/>
              </a:defRPr>
            </a:lvl1pPr>
            <a:lvl2pPr marR="0" algn="l">
              <a:spcBef>
                <a:spcPts val="0"/>
              </a:spcBef>
              <a:spcAft>
                <a:spcPts val="0"/>
              </a:spcAft>
              <a:buSzPts val="1400"/>
              <a:buNone/>
              <a:defRPr sz="1800" b="0" i="0" u="none" cap="none">
                <a:solidFill>
                  <a:schemeClr val="dk1"/>
                </a:solidFill>
                <a:latin typeface="Calibri"/>
                <a:ea typeface="Calibri"/>
                <a:cs typeface="Calibri"/>
              </a:defRPr>
            </a:lvl2pPr>
            <a:lvl3pPr marR="0" algn="l">
              <a:spcBef>
                <a:spcPts val="0"/>
              </a:spcBef>
              <a:spcAft>
                <a:spcPts val="0"/>
              </a:spcAft>
              <a:buSzPts val="1400"/>
              <a:buNone/>
              <a:defRPr sz="1800" b="0" i="0" u="none" cap="none">
                <a:solidFill>
                  <a:schemeClr val="dk1"/>
                </a:solidFill>
                <a:latin typeface="Calibri"/>
                <a:ea typeface="Calibri"/>
                <a:cs typeface="Calibri"/>
              </a:defRPr>
            </a:lvl3pPr>
            <a:lvl4pPr marR="0" algn="l">
              <a:spcBef>
                <a:spcPts val="0"/>
              </a:spcBef>
              <a:spcAft>
                <a:spcPts val="0"/>
              </a:spcAft>
              <a:buSzPts val="1400"/>
              <a:buNone/>
              <a:defRPr sz="1800" b="0" i="0" u="none" cap="none">
                <a:solidFill>
                  <a:schemeClr val="dk1"/>
                </a:solidFill>
                <a:latin typeface="Calibri"/>
                <a:ea typeface="Calibri"/>
                <a:cs typeface="Calibri"/>
              </a:defRPr>
            </a:lvl4pPr>
            <a:lvl5pPr marR="0" algn="l">
              <a:spcBef>
                <a:spcPts val="0"/>
              </a:spcBef>
              <a:spcAft>
                <a:spcPts val="0"/>
              </a:spcAft>
              <a:buSzPts val="1400"/>
              <a:buNone/>
              <a:defRPr sz="1800" b="0" i="0" u="none" cap="none">
                <a:solidFill>
                  <a:schemeClr val="dk1"/>
                </a:solidFill>
                <a:latin typeface="Calibri"/>
                <a:ea typeface="Calibri"/>
                <a:cs typeface="Calibri"/>
              </a:defRPr>
            </a:lvl5pPr>
            <a:lvl6pPr marR="0" algn="l">
              <a:spcBef>
                <a:spcPts val="0"/>
              </a:spcBef>
              <a:spcAft>
                <a:spcPts val="0"/>
              </a:spcAft>
              <a:buSzPts val="1400"/>
              <a:buNone/>
              <a:defRPr sz="1800" b="0" i="0" u="none" cap="none">
                <a:solidFill>
                  <a:schemeClr val="dk1"/>
                </a:solidFill>
                <a:latin typeface="Calibri"/>
                <a:ea typeface="Calibri"/>
                <a:cs typeface="Calibri"/>
              </a:defRPr>
            </a:lvl6pPr>
            <a:lvl7pPr marR="0" algn="l">
              <a:spcBef>
                <a:spcPts val="0"/>
              </a:spcBef>
              <a:spcAft>
                <a:spcPts val="0"/>
              </a:spcAft>
              <a:buSzPts val="1400"/>
              <a:buNone/>
              <a:defRPr sz="1800" b="0" i="0" u="none" cap="none">
                <a:solidFill>
                  <a:schemeClr val="dk1"/>
                </a:solidFill>
                <a:latin typeface="Calibri"/>
                <a:ea typeface="Calibri"/>
                <a:cs typeface="Calibri"/>
              </a:defRPr>
            </a:lvl7pPr>
            <a:lvl8pPr marR="0" algn="l">
              <a:spcBef>
                <a:spcPts val="0"/>
              </a:spcBef>
              <a:spcAft>
                <a:spcPts val="0"/>
              </a:spcAft>
              <a:buSzPts val="1400"/>
              <a:buNone/>
              <a:defRPr sz="1800" b="0" i="0" u="none" cap="none">
                <a:solidFill>
                  <a:schemeClr val="dk1"/>
                </a:solidFill>
                <a:latin typeface="Calibri"/>
                <a:ea typeface="Calibri"/>
                <a:cs typeface="Calibri"/>
              </a:defRPr>
            </a:lvl8pPr>
            <a:lvl9pPr marR="0" algn="l">
              <a:spcBef>
                <a:spcPts val="0"/>
              </a:spcBef>
              <a:spcAft>
                <a:spcPts val="0"/>
              </a:spcAft>
              <a:buSzPts val="1400"/>
              <a:buNone/>
              <a:defRPr sz="1800" b="0" i="0" u="none" cap="none">
                <a:solidFill>
                  <a:schemeClr val="dk1"/>
                </a:solidFill>
                <a:latin typeface="Calibri"/>
                <a:ea typeface="Calibri"/>
                <a:cs typeface="Calibri"/>
              </a:defRPr>
            </a:lvl9pPr>
          </a:lstStyle>
          <a:p xmlns:a="http://schemas.openxmlformats.org/drawingml/2006/main"/>
        </p:txBody>
      </p:sp>
      <p:sp>
        <p:nvSpPr>
          <p:cNvPr id="14" name="Google Shape;14;p13">
            <a:extLst xmlns:a="http://schemas.openxmlformats.org/drawingml/2006/main">
              <a:ext uri="{FF2B5EF4-FFF2-40B4-BE49-F238E27FC236}">
                <a16:creationId xmlns:a16="http://schemas.microsoft.com/office/drawing/2014/main" id="{EF4749A7-D91E-4490-BB65-B84D1BE7A914}"/>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spcBef>
                <a:spcPts val="0"/>
              </a:spcBef>
              <a:buNone/>
              <a:defRPr sz="1200" b="0" i="0" u="none" cap="none">
                <a:solidFill>
                  <a:srgbClr val="888888"/>
                </a:solidFill>
                <a:latin typeface="Calibri"/>
                <a:ea typeface="Calibri"/>
                <a:cs typeface="Calibri"/>
              </a:defRPr>
            </a:lvl1pPr>
            <a:lvl2pPr marL="0" marR="0" indent="0" algn="r">
              <a:spcBef>
                <a:spcPts val="0"/>
              </a:spcBef>
              <a:buNone/>
              <a:defRPr sz="1200" b="0" i="0" u="none" cap="none">
                <a:solidFill>
                  <a:srgbClr val="888888"/>
                </a:solidFill>
                <a:latin typeface="Calibri"/>
                <a:ea typeface="Calibri"/>
                <a:cs typeface="Calibri"/>
              </a:defRPr>
            </a:lvl2pPr>
            <a:lvl3pPr marL="0" marR="0" indent="0" algn="r">
              <a:spcBef>
                <a:spcPts val="0"/>
              </a:spcBef>
              <a:buNone/>
              <a:defRPr sz="1200" b="0" i="0" u="none" cap="none">
                <a:solidFill>
                  <a:srgbClr val="888888"/>
                </a:solidFill>
                <a:latin typeface="Calibri"/>
                <a:ea typeface="Calibri"/>
                <a:cs typeface="Calibri"/>
              </a:defRPr>
            </a:lvl3pPr>
            <a:lvl4pPr marL="0" marR="0" indent="0" algn="r">
              <a:spcBef>
                <a:spcPts val="0"/>
              </a:spcBef>
              <a:buNone/>
              <a:defRPr sz="1200" b="0" i="0" u="none" cap="none">
                <a:solidFill>
                  <a:srgbClr val="888888"/>
                </a:solidFill>
                <a:latin typeface="Calibri"/>
                <a:ea typeface="Calibri"/>
                <a:cs typeface="Calibri"/>
              </a:defRPr>
            </a:lvl4pPr>
            <a:lvl5pPr marL="0" marR="0" indent="0" algn="r">
              <a:spcBef>
                <a:spcPts val="0"/>
              </a:spcBef>
              <a:buNone/>
              <a:defRPr sz="1200" b="0" i="0" u="none" cap="none">
                <a:solidFill>
                  <a:srgbClr val="888888"/>
                </a:solidFill>
                <a:latin typeface="Calibri"/>
                <a:ea typeface="Calibri"/>
                <a:cs typeface="Calibri"/>
              </a:defRPr>
            </a:lvl5pPr>
            <a:lvl6pPr marL="0" marR="0" indent="0" algn="r">
              <a:spcBef>
                <a:spcPts val="0"/>
              </a:spcBef>
              <a:buNone/>
              <a:defRPr sz="1200" b="0" i="0" u="none" cap="none">
                <a:solidFill>
                  <a:srgbClr val="888888"/>
                </a:solidFill>
                <a:latin typeface="Calibri"/>
                <a:ea typeface="Calibri"/>
                <a:cs typeface="Calibri"/>
              </a:defRPr>
            </a:lvl6pPr>
            <a:lvl7pPr marL="0" marR="0" indent="0" algn="r">
              <a:spcBef>
                <a:spcPts val="0"/>
              </a:spcBef>
              <a:buNone/>
              <a:defRPr sz="1200" b="0" i="0" u="none" cap="none">
                <a:solidFill>
                  <a:srgbClr val="888888"/>
                </a:solidFill>
                <a:latin typeface="Calibri"/>
                <a:ea typeface="Calibri"/>
                <a:cs typeface="Calibri"/>
              </a:defRPr>
            </a:lvl7pPr>
            <a:lvl8pPr marL="0" marR="0" indent="0" algn="r">
              <a:spcBef>
                <a:spcPts val="0"/>
              </a:spcBef>
              <a:buNone/>
              <a:defRPr sz="1200" b="0" i="0" u="none" cap="none">
                <a:solidFill>
                  <a:srgbClr val="888888"/>
                </a:solidFill>
                <a:latin typeface="Calibri"/>
                <a:ea typeface="Calibri"/>
                <a:cs typeface="Calibri"/>
              </a:defRPr>
            </a:lvl8pPr>
            <a:lvl9pPr marL="0" marR="0" indent="0" algn="r">
              <a:spcBef>
                <a:spcPts val="0"/>
              </a:spcBef>
              <a:buNone/>
              <a:defRPr sz="1200" b="0" i="0" u="non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7abcd05663dc45bb"/>
    <p:sldLayoutId xmlns:r="http://schemas.openxmlformats.org/officeDocument/2006/relationships" id="2147483650" r:id="R6cb598dc02c74313"/>
    <p:sldLayoutId xmlns:r="http://schemas.openxmlformats.org/officeDocument/2006/relationships" id="2147483651" r:id="Re385f075e6fa4073"/>
    <p:sldLayoutId xmlns:r="http://schemas.openxmlformats.org/officeDocument/2006/relationships" id="2147483652" r:id="Rf8ac6efbc07c4048"/>
    <p:sldLayoutId xmlns:r="http://schemas.openxmlformats.org/officeDocument/2006/relationships" id="2147483653" r:id="Radb0139226514e80"/>
    <p:sldLayoutId xmlns:r="http://schemas.openxmlformats.org/officeDocument/2006/relationships" id="2147483654" r:id="Re0b85ef3af174343"/>
    <p:sldLayoutId xmlns:r="http://schemas.openxmlformats.org/officeDocument/2006/relationships" id="2147483655" r:id="Rfa38a3985a6a4ed8"/>
    <p:sldLayoutId xmlns:r="http://schemas.openxmlformats.org/officeDocument/2006/relationships" id="2147483656" r:id="R7d5cbeb22b724cec"/>
    <p:sldLayoutId xmlns:r="http://schemas.openxmlformats.org/officeDocument/2006/relationships" id="2147483657" r:id="Re1ef267b3a91431b"/>
    <p:sldLayoutId xmlns:r="http://schemas.openxmlformats.org/officeDocument/2006/relationships" id="2147483658" r:id="R3fe71dd4b3f04912"/>
    <p:sldLayoutId xmlns:r="http://schemas.openxmlformats.org/officeDocument/2006/relationships" id="2147483659" r:id="R0cb330459c974e68"/>
    <p:sldLayoutId xmlns:r="http://schemas.openxmlformats.org/officeDocument/2006/relationships" id="2147483660" r:id="R72728ad99e37488a"/>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b324b698da849b5" /><Relationship Type="http://schemas.openxmlformats.org/officeDocument/2006/relationships/image" Target="/ppt/media/image.png" Id="Rbdc9708603644b9e" /><Relationship Type="http://schemas.openxmlformats.org/officeDocument/2006/relationships/hyperlink" Target="https://github.com/krizz711/CodeDoctor-Agentic-Semantic-and-Structural-Intelligence-for-Code-Repositories" TargetMode="External" Id="R7a8a49c9a30445bc" /><Relationship Type="http://schemas.openxmlformats.org/officeDocument/2006/relationships/notesSlide" Target="/ppt/notesSlides/notesSlide1.xml" Id="Ra4f2dc69e4274003"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24d9a4dad0e84165" /><Relationship Type="http://schemas.openxmlformats.org/officeDocument/2006/relationships/notesSlide" Target="/ppt/notesSlides/notesSlide2.xml" Id="R1efa18354a554d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5d5195da5304080" /><Relationship Type="http://schemas.openxmlformats.org/officeDocument/2006/relationships/notesSlide" Target="/ppt/notesSlides/notesSlide3.xml" Id="Rf36a565dd47244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b9bd51263af645b7" /><Relationship Type="http://schemas.openxmlformats.org/officeDocument/2006/relationships/notesSlide" Target="/ppt/notesSlides/notesSlide4.xml" Id="R08f7a32bd35145dd"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1c77ed1ad4db47b0" /><Relationship Type="http://schemas.openxmlformats.org/officeDocument/2006/relationships/notesSlide" Target="/ppt/notesSlides/notesSlide5.xml" Id="Rc4aaffa126a64c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32ef5c22e8e54888" /><Relationship Type="http://schemas.openxmlformats.org/officeDocument/2006/relationships/notesSlide" Target="/ppt/notesSlides/notesSlide6.xml" Id="Rdf608787f3ab49ec"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1f03c80e22514733" /><Relationship Type="http://schemas.openxmlformats.org/officeDocument/2006/relationships/notesSlide" Target="/ppt/notesSlides/notesSlide7.xml" Id="Rf60b6b3cc3d546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e90c6b3ecd9a43d7" /><Relationship Type="http://schemas.openxmlformats.org/officeDocument/2006/relationships/notesSlide" Target="/ppt/notesSlides/notesSlide8.xml" Id="Rcc23da5d5a7f45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9022e0cecbdc4f5c" /><Relationship Type="http://schemas.openxmlformats.org/officeDocument/2006/relationships/notesSlide" Target="/ppt/notesSlides/notesSlide9.xml" Id="R5f88fc18d8af47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f9ca33d4fc2e4067" /><Relationship Type="http://schemas.openxmlformats.org/officeDocument/2006/relationships/notesSlide" Target="/ppt/notesSlides/notesSlide10.xml" Id="R7cb413db0049405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4100ef3934db41a4" /><Relationship Type="http://schemas.openxmlformats.org/officeDocument/2006/relationships/notesSlide" Target="/ppt/notesSlides/notesSlide11.xml" Id="R795830274e0e40c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6a81c05b0e64d02" /><Relationship Type="http://schemas.openxmlformats.org/officeDocument/2006/relationships/notesSlide" Target="/ppt/notesSlides/notesSlide12.xml" Id="R5cf5b5c3f89a490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90" name="Google Shape;90;p1">
            <a:extLst xmlns:a="http://schemas.openxmlformats.org/drawingml/2006/main">
              <a:ext uri="{FF2B5EF4-FFF2-40B4-BE49-F238E27FC236}">
                <a16:creationId xmlns:a16="http://schemas.microsoft.com/office/drawing/2014/main" id="{56E129EB-825B-414C-A6A9-1133EC29C81E}"/>
              </a:ext>
            </a:extLst>
          </p:cNvPr>
          <p:cNvSpPr>
            <a:spLocks xmlns:a="http://schemas.openxmlformats.org/drawingml/2006/main" noGrp="1"/>
          </p:cNvSpPr>
          <p:nvPr/>
        </p:nvSpPr>
        <p:spPr>
          <a:xfrm xmlns:a="http://schemas.openxmlformats.org/drawingml/2006/main">
            <a:off x="777240" y="676656"/>
            <a:ext cx="2423160" cy="347472"/>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12700" cmpd="sng">
            <a:solidFill>
              <a:srgbClr val="D9D3F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91" name="Google Shape;91;p1">
            <a:extLst xmlns:a="http://schemas.openxmlformats.org/drawingml/2006/main">
              <a:ext uri="{FF2B5EF4-FFF2-40B4-BE49-F238E27FC236}">
                <a16:creationId xmlns:a16="http://schemas.microsoft.com/office/drawing/2014/main" id="{1BA2AED4-0785-4241-BA22-1189B788DF96}"/>
              </a:ext>
            </a:extLst>
          </p:cNvPr>
          <p:cNvSpPr>
            <a:spLocks xmlns:a="http://schemas.openxmlformats.org/drawingml/2006/main" noGrp="1"/>
          </p:cNvSpPr>
          <p:nvPr/>
        </p:nvSpPr>
        <p:spPr>
          <a:xfrm xmlns:a="http://schemas.openxmlformats.org/drawingml/2006/main">
            <a:off x="777240" y="676656"/>
            <a:ext cx="242316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6D28D9"/>
              </a:buClr>
              <a:buSzPts val="1100"/>
              <a:buFont typeface="Arial"/>
              <a:buNone/>
            </a:pPr>
            <a:r>
              <a:rPr sz="1100" b="1" i="0" u="none" cap="none">
                <a:solidFill>
                  <a:srgbClr val="6D28D9"/>
                </a:solidFill>
                <a:latin typeface="Arial"/>
                <a:ea typeface="Arial"/>
                <a:cs typeface="Arial"/>
              </a:rPr>
              <a:t>SAMSUNG PRISM</a:t>
            </a:r>
            <a:endParaRPr sz="1100" b="0" i="0" u="none" cap="none">
              <a:solidFill>
                <a:schemeClr val="dk1"/>
              </a:solidFill>
              <a:latin typeface="Calibri"/>
              <a:ea typeface="Calibri"/>
              <a:cs typeface="Calibri"/>
            </a:endParaRPr>
          </a:p>
        </p:txBody>
      </p:sp>
      <p:sp>
        <p:nvSpPr>
          <p:cNvPr id="92" name="Google Shape;92;p1">
            <a:extLst xmlns:a="http://schemas.openxmlformats.org/drawingml/2006/main">
              <a:ext uri="{FF2B5EF4-FFF2-40B4-BE49-F238E27FC236}">
                <a16:creationId xmlns:a16="http://schemas.microsoft.com/office/drawing/2014/main" id="{A2AA3147-1585-45BB-9FC7-2F6C6CB60193}"/>
              </a:ext>
            </a:extLst>
          </p:cNvPr>
          <p:cNvSpPr>
            <a:spLocks xmlns:a="http://schemas.openxmlformats.org/drawingml/2006/main" noGrp="1"/>
          </p:cNvSpPr>
          <p:nvPr/>
        </p:nvSpPr>
        <p:spPr>
          <a:xfrm xmlns:a="http://schemas.openxmlformats.org/drawingml/2006/main">
            <a:off x="777240" y="1207008"/>
            <a:ext cx="612648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4142B"/>
              </a:buClr>
              <a:buSzPts val="5000"/>
              <a:buFont typeface="Arial"/>
              <a:buNone/>
            </a:pPr>
            <a:r>
              <a:rPr sz="5000" b="1" i="0" u="none" cap="none">
                <a:solidFill>
                  <a:srgbClr val="14142B"/>
                </a:solidFill>
                <a:latin typeface="Arial"/>
                <a:ea typeface="Arial"/>
                <a:cs typeface="Arial"/>
              </a:rPr>
              <a:t>Generative AI</a:t>
            </a:r>
            <a:endParaRPr sz="5000" b="0" i="0" u="none" cap="none">
              <a:solidFill>
                <a:schemeClr val="dk1"/>
              </a:solidFill>
              <a:latin typeface="Calibri"/>
              <a:ea typeface="Calibri"/>
              <a:cs typeface="Calibri"/>
            </a:endParaRPr>
          </a:p>
        </p:txBody>
      </p:sp>
      <p:sp>
        <p:nvSpPr>
          <p:cNvPr id="93" name="Google Shape;93;p1">
            <a:extLst xmlns:a="http://schemas.openxmlformats.org/drawingml/2006/main">
              <a:ext uri="{FF2B5EF4-FFF2-40B4-BE49-F238E27FC236}">
                <a16:creationId xmlns:a16="http://schemas.microsoft.com/office/drawing/2014/main" id="{0495331C-35BE-4D0C-9DAD-C8421AC7EE8E}"/>
              </a:ext>
            </a:extLst>
          </p:cNvPr>
          <p:cNvSpPr>
            <a:spLocks xmlns:a="http://schemas.openxmlformats.org/drawingml/2006/main" noGrp="1"/>
          </p:cNvSpPr>
          <p:nvPr/>
        </p:nvSpPr>
        <p:spPr>
          <a:xfrm xmlns:a="http://schemas.openxmlformats.org/drawingml/2006/main">
            <a:off x="777240" y="1901952"/>
            <a:ext cx="612648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6D28D9"/>
              </a:buClr>
              <a:buSzPts val="5000"/>
              <a:buFont typeface="Arial"/>
              <a:buNone/>
            </a:pPr>
            <a:r>
              <a:rPr sz="5000" b="1" i="0" u="none" cap="none">
                <a:solidFill>
                  <a:srgbClr val="6D28D9"/>
                </a:solidFill>
                <a:latin typeface="Arial"/>
                <a:ea typeface="Arial"/>
                <a:cs typeface="Arial"/>
              </a:rPr>
              <a:t>Hackathon</a:t>
            </a:r>
            <a:endParaRPr sz="5000" b="0" i="0" u="none" cap="none">
              <a:solidFill>
                <a:schemeClr val="dk1"/>
              </a:solidFill>
              <a:latin typeface="Calibri"/>
              <a:ea typeface="Calibri"/>
              <a:cs typeface="Calibri"/>
            </a:endParaRPr>
          </a:p>
        </p:txBody>
      </p:sp>
      <p:sp>
        <p:nvSpPr>
          <p:cNvPr id="94" name="Google Shape;94;p1">
            <a:extLst xmlns:a="http://schemas.openxmlformats.org/drawingml/2006/main">
              <a:ext uri="{FF2B5EF4-FFF2-40B4-BE49-F238E27FC236}">
                <a16:creationId xmlns:a16="http://schemas.microsoft.com/office/drawing/2014/main" id="{69794424-9ABB-4EA4-B0FA-98A87518F70D}"/>
              </a:ext>
            </a:extLst>
          </p:cNvPr>
          <p:cNvSpPr>
            <a:spLocks xmlns:a="http://schemas.openxmlformats.org/drawingml/2006/main" noGrp="1"/>
          </p:cNvSpPr>
          <p:nvPr/>
        </p:nvSpPr>
        <p:spPr>
          <a:xfrm xmlns:a="http://schemas.openxmlformats.org/drawingml/2006/main">
            <a:off x="777240" y="2724912"/>
            <a:ext cx="61264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4142B"/>
              </a:buClr>
              <a:buSzPts val="2500"/>
              <a:buFont typeface="Arial"/>
              <a:buNone/>
            </a:pPr>
            <a:r>
              <a:rPr sz="2500" b="1" i="0" u="none" cap="none">
                <a:solidFill>
                  <a:srgbClr val="14142B"/>
                </a:solidFill>
                <a:latin typeface="Arial"/>
                <a:ea typeface="Arial"/>
                <a:cs typeface="Arial"/>
              </a:rPr>
              <a:t>3rd Edition</a:t>
            </a:r>
            <a:r>
              <a:rPr sz="2000" b="0" i="0" u="none" cap="none">
                <a:solidFill>
                  <a:srgbClr val="63637E"/>
                </a:solidFill>
                <a:latin typeface="Calibri"/>
                <a:ea typeface="Calibri"/>
                <a:cs typeface="Calibri"/>
              </a:rPr>
              <a:t>   2026 – 27</a:t>
            </a:r>
            <a:endParaRPr sz="2500" b="0" i="0" u="none" cap="none">
              <a:solidFill>
                <a:schemeClr val="dk1"/>
              </a:solidFill>
              <a:latin typeface="Calibri"/>
              <a:ea typeface="Calibri"/>
              <a:cs typeface="Calibri"/>
            </a:endParaRPr>
          </a:p>
        </p:txBody>
      </p:sp>
      <p:sp>
        <p:nvSpPr>
          <p:cNvPr id="95" name="Google Shape;95;p1">
            <a:extLst xmlns:a="http://schemas.openxmlformats.org/drawingml/2006/main">
              <a:ext uri="{FF2B5EF4-FFF2-40B4-BE49-F238E27FC236}">
                <a16:creationId xmlns:a16="http://schemas.microsoft.com/office/drawing/2014/main" id="{7E5389DF-CA7B-4097-93A6-C271A8FF3C5D}"/>
              </a:ext>
            </a:extLst>
          </p:cNvPr>
          <p:cNvSpPr>
            <a:spLocks xmlns:a="http://schemas.openxmlformats.org/drawingml/2006/main" noGrp="1"/>
          </p:cNvSpPr>
          <p:nvPr/>
        </p:nvSpPr>
        <p:spPr>
          <a:xfrm xmlns:a="http://schemas.openxmlformats.org/drawingml/2006/main">
            <a:off x="777240" y="3286125"/>
            <a:ext cx="6000750" cy="2524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177800" marR="0" lvl="0" indent="-177800" algn="l">
              <a:spcBef>
                <a:spcPts val="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Theme ID - Theme 01</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Team Name - Doctors</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College Name - VITV (VIT Vellore)</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Manish H. · manish.h2024@vitstudent.ac.in</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Aryan Sinha · aryan.sinha2024@vitstudent.ac.in</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Munal Singh · munal.singh2024@vitstudent.ac.in</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Anshul Singh · anshul.singh2024@vitstudent.ac.in</a:t>
            </a:r>
            <a:endParaRPr/>
          </a:p>
        </p:txBody>
      </p:sp>
      <p:pic>
        <p:nvPicPr>
          <p:cNvPr id="105" name="Google Shape;96;p1"/>
          <p:cNvPicPr>
            <a:picLocks xmlns:a="http://schemas.openxmlformats.org/drawingml/2006/main" noChangeAspect="1"/>
          </p:cNvPicPr>
          <p:nvPr/>
        </p:nvPicPr>
        <p:blipFill rotWithShape="1">
          <a:blip xmlns:r="http://schemas.openxmlformats.org/officeDocument/2006/relationships" xmlns:a="http://schemas.openxmlformats.org/drawingml/2006/main" r:embed="Rbdc9708603644b9e">
            <a:alphaModFix/>
          </a:blip>
          <a:srcRect xmlns:a="http://schemas.openxmlformats.org/drawingml/2006/main" l="0" t="0" r="0" b="0"/>
          <a:stretch xmlns:a="http://schemas.openxmlformats.org/drawingml/2006/main"/>
        </p:blipFill>
        <p:spPr>
          <a:xfrm xmlns:a="http://schemas.openxmlformats.org/drawingml/2006/main">
            <a:off x="7059168" y="1051560"/>
            <a:ext cx="4572000" cy="4572000"/>
          </a:xfrm>
          <a:prstGeom xmlns:a="http://schemas.openxmlformats.org/drawingml/2006/main" prst="rect">
            <a:avLst/>
          </a:prstGeom>
          <a:ln xmlns:a="http://schemas.openxmlformats.org/drawingml/2006/main">
            <a:noFill/>
          </a:ln>
        </p:spPr>
      </p:pic>
      <p:sp>
        <p:nvSpPr>
          <p:cNvPr id="97" name="">
            <a:extLst xmlns:a="http://schemas.openxmlformats.org/drawingml/2006/main">
              <a:ext uri="{FF2B5EF4-FFF2-40B4-BE49-F238E27FC236}">
                <a16:creationId xmlns:a16="http://schemas.microsoft.com/office/drawing/2014/main" id="{F14FC5A3-9539-4F59-BCA6-D7E1080B40DA}"/>
              </a:ext>
            </a:extLst>
          </p:cNvPr>
          <p:cNvSpPr>
            <a:spLocks xmlns:a="http://schemas.openxmlformats.org/drawingml/2006/main" noGrp="1"/>
          </p:cNvSpPr>
          <p:nvPr/>
        </p:nvSpPr>
        <p:spPr>
          <a:xfrm xmlns:a="http://schemas.openxmlformats.org/drawingml/2006/main">
            <a:off x="838200" y="58769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0">
                <a:solidFill>
                  <a:srgbClr val="302C3C"/>
                </a:solidFill>
                <a:latin typeface="Arial"/>
                <a:ea typeface="Arial"/>
                <a:cs typeface="Arial"/>
              </a:defRPr>
            </a:pPr>
            <a:r>
              <a:rPr u="sng">
                <a:solidFill>
                  <a:srgbClr val="70509B"/>
                </a:solidFill>
                <a:hlinkClick xmlns:r="http://schemas.openxmlformats.org/officeDocument/2006/relationships" r:id="R7a8a49c9a30445bc"/>
              </a:rPr>
              <a:t>Submission GitHub: CodeDoctor repository</a:t>
            </a:r>
          </a:p>
        </p:txBody>
      </p:sp>
    </p:spTree>
    <p:extLst>
      <p:ext uri="{BB962C8B-B14F-4D97-AF65-F5344CB8AC3E}">
        <p14:creationId xmlns:p14="http://schemas.microsoft.com/office/powerpoint/2010/main" val="185619645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1" name="Google Shape;101;p2">
            <a:extLst xmlns:a="http://schemas.openxmlformats.org/drawingml/2006/main">
              <a:ext uri="{FF2B5EF4-FFF2-40B4-BE49-F238E27FC236}">
                <a16:creationId xmlns:a16="http://schemas.microsoft.com/office/drawing/2014/main" id="{906946D6-33C9-4DA4-AF15-B6A4AEF02929}"/>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b="1">
                <a:solidFill>
                  <a:srgbClr val="704EA6"/>
                </a:solidFill>
                <a:latin typeface="Calibri"/>
                <a:ea typeface="Calibri"/>
                <a:cs typeface="Calibri"/>
              </a:rPr>
              <a:t>Theme</a:t>
            </a:r>
            <a:endParaRPr/>
          </a:p>
        </p:txBody>
      </p:sp>
      <p:sp>
        <p:nvSpPr>
          <p:cNvPr id="102" name="Google Shape;102;p2">
            <a:extLst xmlns:a="http://schemas.openxmlformats.org/drawingml/2006/main">
              <a:ext uri="{FF2B5EF4-FFF2-40B4-BE49-F238E27FC236}">
                <a16:creationId xmlns:a16="http://schemas.microsoft.com/office/drawing/2014/main" id="{695E6D77-F8EA-42AB-BD19-CC793DA1BA17}"/>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Theme 01: Code intelligence  </a:t>
            </a:r>
            <a:r>
              <a:rPr sz="1800">
                <a:solidFill>
                  <a:srgbClr val="302C3C"/>
                </a:solidFill>
                <a:latin typeface="Arial"/>
                <a:ea typeface="Arial"/>
                <a:cs typeface="Arial"/>
              </a:rPr>
              <a:t>Retrieve ranked code for natural-language queries, with source evidence and support for changing codebases.</a:t>
            </a:r>
          </a:p>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Pre/post-processing contribution  </a:t>
            </a:r>
            <a:r>
              <a:rPr sz="1800">
                <a:solidFill>
                  <a:srgbClr val="302C3C"/>
                </a:solidFill>
                <a:latin typeface="Arial"/>
                <a:ea typeface="Arial"/>
                <a:cs typeface="Arial"/>
              </a:rPr>
              <a:t>Reuse unchanged code embeddings before retrieval; verify candidate behavior after retrieval. The embedding model remains fixed.</a:t>
            </a:r>
          </a:p>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Evaluation priorities  </a:t>
            </a:r>
            <a:r>
              <a:rPr sz="1800">
                <a:solidFill>
                  <a:srgbClr val="302C3C"/>
                </a:solidFill>
                <a:latin typeface="Arial"/>
                <a:ea typeface="Arial"/>
                <a:cs typeface="Arial"/>
              </a:rPr>
              <a:t>P0: official AppsRetrieval test. P1: rebuild or update after code changes. Bonus: retrieve related variants across versions.</a:t>
            </a:r>
          </a:p>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Efficiency guidance  </a:t>
            </a:r>
            <a:r>
              <a:rPr sz="1800">
                <a:solidFill>
                  <a:srgbClr val="302C3C"/>
                </a:solidFill>
                <a:latin typeface="Arial"/>
                <a:ea typeface="Arial"/>
                <a:cs typeface="Arial"/>
              </a:rPr>
              <a:t>The FAQ permits GPU preprocessing and asks for minimal GPU use during retrieval, ideally CPU only. Our selected query path uses CPU.</a:t>
            </a:r>
          </a:p>
        </p:txBody>
      </p:sp>
    </p:spTree>
    <p:extLst>
      <p:ext uri="{BB962C8B-B14F-4D97-AF65-F5344CB8AC3E}">
        <p14:creationId xmlns:p14="http://schemas.microsoft.com/office/powerpoint/2010/main" val="190800667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7" name="Google Shape;107;p3">
            <a:extLst xmlns:a="http://schemas.openxmlformats.org/drawingml/2006/main">
              <a:ext uri="{FF2B5EF4-FFF2-40B4-BE49-F238E27FC236}">
                <a16:creationId xmlns:a16="http://schemas.microsoft.com/office/drawing/2014/main" id="{40BD9376-ACAF-4602-9261-C2DB943B67D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b="1">
                <a:solidFill>
                  <a:srgbClr val="704EA6"/>
                </a:solidFill>
                <a:latin typeface="Calibri"/>
                <a:ea typeface="Calibri"/>
                <a:cs typeface="Calibri"/>
              </a:rPr>
              <a:t>Existing Solutions &amp; Gaps</a:t>
            </a:r>
            <a:endParaRPr/>
          </a:p>
        </p:txBody>
      </p:sp>
      <p:sp>
        <p:nvSpPr>
          <p:cNvPr id="108" name="Google Shape;108;p3">
            <a:extLst xmlns:a="http://schemas.openxmlformats.org/drawingml/2006/main">
              <a:ext uri="{FF2B5EF4-FFF2-40B4-BE49-F238E27FC236}">
                <a16:creationId xmlns:a16="http://schemas.microsoft.com/office/drawing/2014/main" id="{11FFA01D-2E99-4BC0-A1BC-19A0CEBF996A}"/>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Intent and identifiers  </a:t>
            </a:r>
            <a:r>
              <a:rPr sz="1800">
                <a:solidFill>
                  <a:srgbClr val="302C3C"/>
                </a:solidFill>
                <a:latin typeface="Arial"/>
                <a:ea typeface="Arial"/>
                <a:cs typeface="Arial"/>
              </a:rPr>
              <a:t>Lexical search can miss conceptual intent; dense search can miss exact names. The workbench combines both signals.</a:t>
            </a:r>
          </a:p>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Repeated indexing cost  </a:t>
            </a:r>
            <a:r>
              <a:rPr sz="1800">
                <a:solidFill>
                  <a:srgbClr val="302C3C"/>
                </a:solidFill>
                <a:latin typeface="Arial"/>
                <a:ea typeface="Arial"/>
                <a:cs typeface="Arial"/>
              </a:rPr>
              <a:t>Unchanged code should not incur repeated model inference. Content and encoder-recipe keys enable vector reuse.</a:t>
            </a:r>
          </a:p>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Similar text, different behavior  </a:t>
            </a:r>
            <a:r>
              <a:rPr sz="1800">
                <a:solidFill>
                  <a:srgbClr val="302C3C"/>
                </a:solidFill>
                <a:latin typeface="Arial"/>
                <a:ea typeface="Arial"/>
                <a:cs typeface="Arial"/>
              </a:rPr>
              <a:t>A plausible snippet can fail a worked example. Behavioral checks can improve its ranking when usable examples are present.</a:t>
            </a:r>
          </a:p>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Version ambiguity  </a:t>
            </a:r>
            <a:r>
              <a:rPr sz="1800">
                <a:solidFill>
                  <a:srgbClr val="302C3C"/>
                </a:solidFill>
                <a:latin typeface="Arial"/>
                <a:ea typeface="Arial"/>
                <a:cs typeface="Arial"/>
              </a:rPr>
              <a:t>Historical results need explicit snapshot identity. Version isolation prevents a missing version from silently falling back to current code.</a:t>
            </a:r>
          </a:p>
        </p:txBody>
      </p:sp>
    </p:spTree>
    <p:extLst>
      <p:ext uri="{BB962C8B-B14F-4D97-AF65-F5344CB8AC3E}">
        <p14:creationId xmlns:p14="http://schemas.microsoft.com/office/powerpoint/2010/main" val="1705300932"/>
      </p:ext>
    </p:extLst>
  </p:cSld>
</p:sld>
</file>

<file path=ppt/slides/slide4.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113" name="Google Shape;113;p4">
            <a:extLst xmlns:a="http://schemas.openxmlformats.org/drawingml/2006/main">
              <a:ext uri="{FF2B5EF4-FFF2-40B4-BE49-F238E27FC236}">
                <a16:creationId xmlns:a16="http://schemas.microsoft.com/office/drawing/2014/main" id="{8D3A3276-15BA-4F0B-94B6-9C41A278EED0}"/>
              </a:ext>
            </a:extLst>
          </p:cNvPr>
          <p:cNvSpPr>
            <a:spLocks xmlns:a="http://schemas.openxmlformats.org/drawingml/2006/main" noGrp="1"/>
          </p:cNvSpPr>
          <p:nvPr>
            <p:ph type="title" idx="0"/>
          </p:nvPr>
        </p:nvSpPr>
        <p:spPr>
          <a:xfrm xmlns:a="http://schemas.openxmlformats.org/drawingml/2006/main">
            <a:off x="909917" y="266513"/>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defRPr sz="3600" b="1">
                <a:solidFill>
                  <a:srgbClr val="70509B"/>
                </a:solidFill>
                <a:latin typeface="Arial"/>
                <a:ea typeface="Arial"/>
                <a:cs typeface="Arial"/>
              </a:defRPr>
            </a:pPr>
            <a:r>
              <a:rPr sz="3600" b="1">
                <a:solidFill>
                  <a:srgbClr val="70509B"/>
                </a:solidFill>
                <a:latin typeface="Arial"/>
                <a:ea typeface="Arial"/>
                <a:cs typeface="Arial"/>
              </a:rPr>
              <a:t>Our Solutions &amp; Architecture Diagram</a:t>
            </a:r>
            <a:endParaRPr/>
          </a:p>
        </p:txBody>
      </p:sp>
      <p:sp>
        <p:nvSpPr>
          <p:cNvPr id="114" name="Google Shape;114;p4">
            <a:extLst xmlns:a="http://schemas.openxmlformats.org/drawingml/2006/main">
              <a:ext uri="{FF2B5EF4-FFF2-40B4-BE49-F238E27FC236}">
                <a16:creationId xmlns:a16="http://schemas.microsoft.com/office/drawing/2014/main" id="{2BD0B821-F052-433A-AF2B-45BC0DCDA100}"/>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p xmlns:a="http://schemas.openxmlformats.org/drawingml/2006/main">
            <a:pPr marL="228600" lvl="0" indent="-50800" algn="l">
              <a:lnSpc>
                <a:spcPct val="90000"/>
              </a:lnSpc>
              <a:spcBef>
                <a:spcPts val="0"/>
              </a:spcBef>
              <a:spcAft>
                <a:spcPts val="0"/>
              </a:spcAft>
              <a:buClr>
                <a:schemeClr val="dk1"/>
              </a:buClr>
              <a:buSzPts val="2800"/>
              <a:buNone/>
            </a:pPr>
            <a:r>
              <a:t/>
            </a:r>
            <a:endParaRPr/>
          </a:p>
        </p:txBody>
      </p:sp>
      <p:sp>
        <p:nvSpPr>
          <p:cNvPr id="115" name="">
            <a:extLst xmlns:a="http://schemas.openxmlformats.org/drawingml/2006/main">
              <a:ext uri="{FF2B5EF4-FFF2-40B4-BE49-F238E27FC236}">
                <a16:creationId xmlns:a16="http://schemas.microsoft.com/office/drawing/2014/main" id="{790ABCDF-EC6D-4C34-957F-61DB2E82FD3F}"/>
              </a:ext>
            </a:extLst>
          </p:cNvPr>
          <p:cNvSpPr>
            <a:spLocks xmlns:a="http://schemas.openxmlformats.org/drawingml/2006/main" noGrp="1"/>
          </p:cNvSpPr>
          <p:nvPr/>
        </p:nvSpPr>
        <p:spPr>
          <a:xfrm xmlns:a="http://schemas.openxmlformats.org/drawingml/2006/main">
            <a:off x="838200" y="1638300"/>
            <a:ext cx="10515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250" b="1">
                <a:solidFill>
                  <a:srgbClr val="70509B"/>
                </a:solidFill>
                <a:latin typeface="Arial"/>
                <a:ea typeface="Arial"/>
                <a:cs typeface="Arial"/>
              </a:defRPr>
            </a:pPr>
            <a:r>
              <a:rPr sz="2250" b="1">
                <a:solidFill>
                  <a:srgbClr val="70509B"/>
                </a:solidFill>
                <a:latin typeface="Arial"/>
                <a:ea typeface="Arial"/>
                <a:cs typeface="Arial"/>
              </a:rPr>
              <a:t>Our Pre/Post-Processing Architecture</a:t>
            </a:r>
          </a:p>
        </p:txBody>
      </p:sp>
      <p:sp>
        <p:nvSpPr>
          <p:cNvPr id="116" name="">
            <a:extLst xmlns:a="http://schemas.openxmlformats.org/drawingml/2006/main">
              <a:ext uri="{FF2B5EF4-FFF2-40B4-BE49-F238E27FC236}">
                <a16:creationId xmlns:a16="http://schemas.microsoft.com/office/drawing/2014/main" id="{B4B78C98-CEA4-40E1-82CB-97EB95D4E8B3}"/>
              </a:ext>
            </a:extLst>
          </p:cNvPr>
          <p:cNvSpPr>
            <a:spLocks xmlns:a="http://schemas.openxmlformats.org/drawingml/2006/main" noGrp="1"/>
          </p:cNvSpPr>
          <p:nvPr/>
        </p:nvSpPr>
        <p:spPr>
          <a:xfrm xmlns:a="http://schemas.openxmlformats.org/drawingml/2006/main">
            <a:off x="838200" y="2247900"/>
            <a:ext cx="3143250" cy="2476500"/>
          </a:xfrm>
          <a:prstGeom xmlns:a="http://schemas.openxmlformats.org/drawingml/2006/main" prst="rect">
            <a:avLst/>
          </a:prstGeom>
          <a:solidFill xmlns:a="http://schemas.openxmlformats.org/drawingml/2006/main">
            <a:srgbClr val="F4F0FA"/>
          </a:solidFill>
          <a:ln xmlns:a="http://schemas.openxmlformats.org/drawingml/2006/main" w="14288">
            <a:solidFill>
              <a:srgbClr val="70509B"/>
            </a:solidFill>
          </a:ln>
        </p:spPr>
        <p:txBody>
          <a:bodyPr xmlns:a="http://schemas.openxmlformats.org/drawingml/2006/main"/>
          <a:lstStyle xmlns:a="http://schemas.openxmlformats.org/drawingml/2006/main"/>
          <a:p xmlns:a="http://schemas.openxmlformats.org/drawingml/2006/main">
            <a:r>
              <a:t/>
            </a:r>
          </a:p>
        </p:txBody>
      </p:sp>
      <p:sp>
        <p:nvSpPr>
          <p:cNvPr id="117" name="">
            <a:extLst xmlns:a="http://schemas.openxmlformats.org/drawingml/2006/main">
              <a:ext uri="{FF2B5EF4-FFF2-40B4-BE49-F238E27FC236}">
                <a16:creationId xmlns:a16="http://schemas.microsoft.com/office/drawing/2014/main" id="{CBF00A3D-7393-4A6F-AE21-A9D48CA161E8}"/>
              </a:ext>
            </a:extLst>
          </p:cNvPr>
          <p:cNvSpPr>
            <a:spLocks xmlns:a="http://schemas.openxmlformats.org/drawingml/2006/main" noGrp="1"/>
          </p:cNvSpPr>
          <p:nvPr/>
        </p:nvSpPr>
        <p:spPr>
          <a:xfrm xmlns:a="http://schemas.openxmlformats.org/drawingml/2006/main">
            <a:off x="971550" y="2400300"/>
            <a:ext cx="2876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70509B"/>
                </a:solidFill>
                <a:latin typeface="Arial"/>
                <a:ea typeface="Arial"/>
                <a:cs typeface="Arial"/>
              </a:defRPr>
            </a:pPr>
            <a:r>
              <a:rPr sz="1575" b="1">
                <a:solidFill>
                  <a:srgbClr val="70509B"/>
                </a:solidFill>
                <a:latin typeface="Arial"/>
                <a:ea typeface="Arial"/>
                <a:cs typeface="Arial"/>
              </a:rPr>
              <a:t>1. PREPROCESS (Offline)</a:t>
            </a:r>
          </a:p>
        </p:txBody>
      </p:sp>
      <p:sp>
        <p:nvSpPr>
          <p:cNvPr id="118" name="">
            <a:extLst xmlns:a="http://schemas.openxmlformats.org/drawingml/2006/main">
              <a:ext uri="{FF2B5EF4-FFF2-40B4-BE49-F238E27FC236}">
                <a16:creationId xmlns:a16="http://schemas.microsoft.com/office/drawing/2014/main" id="{1D21F1B2-8A2A-4A28-A0FF-9CC592BFD374}"/>
              </a:ext>
            </a:extLst>
          </p:cNvPr>
          <p:cNvSpPr>
            <a:spLocks xmlns:a="http://schemas.openxmlformats.org/drawingml/2006/main" noGrp="1"/>
          </p:cNvSpPr>
          <p:nvPr/>
        </p:nvSpPr>
        <p:spPr>
          <a:xfrm xmlns:a="http://schemas.openxmlformats.org/drawingml/2006/main">
            <a:off x="971550" y="2819400"/>
            <a:ext cx="28765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P0: exact CoIR corpus text</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Pinned embedding recipe</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Content-addressed vector cache</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Workbench: AST chunks*</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Reuse unchanged chunks*</a:t>
            </a:r>
          </a:p>
        </p:txBody>
      </p:sp>
      <p:sp>
        <p:nvSpPr>
          <p:cNvPr id="119" name="">
            <a:extLst xmlns:a="http://schemas.openxmlformats.org/drawingml/2006/main">
              <a:ext uri="{FF2B5EF4-FFF2-40B4-BE49-F238E27FC236}">
                <a16:creationId xmlns:a16="http://schemas.microsoft.com/office/drawing/2014/main" id="{F4C168A8-4B35-4575-87BA-BF3ED79C94F4}"/>
              </a:ext>
            </a:extLst>
          </p:cNvPr>
          <p:cNvSpPr>
            <a:spLocks xmlns:a="http://schemas.openxmlformats.org/drawingml/2006/main" noGrp="1"/>
          </p:cNvSpPr>
          <p:nvPr/>
        </p:nvSpPr>
        <p:spPr>
          <a:xfrm xmlns:a="http://schemas.openxmlformats.org/drawingml/2006/main">
            <a:off x="4495800" y="2247900"/>
            <a:ext cx="3143250" cy="2476500"/>
          </a:xfrm>
          <a:prstGeom xmlns:a="http://schemas.openxmlformats.org/drawingml/2006/main" prst="rect">
            <a:avLst/>
          </a:prstGeom>
          <a:solidFill xmlns:a="http://schemas.openxmlformats.org/drawingml/2006/main">
            <a:srgbClr val="F4F0FA"/>
          </a:solidFill>
          <a:ln xmlns:a="http://schemas.openxmlformats.org/drawingml/2006/main" w="14288">
            <a:solidFill>
              <a:srgbClr val="70509B"/>
            </a:solidFill>
          </a:ln>
        </p:spPr>
        <p:txBody>
          <a:bodyPr xmlns:a="http://schemas.openxmlformats.org/drawingml/2006/main"/>
          <a:lstStyle xmlns:a="http://schemas.openxmlformats.org/drawingml/2006/main"/>
          <a:p xmlns:a="http://schemas.openxmlformats.org/drawingml/2006/main">
            <a:r>
              <a:t/>
            </a:r>
          </a:p>
        </p:txBody>
      </p:sp>
      <p:sp>
        <p:nvSpPr>
          <p:cNvPr id="120" name="">
            <a:extLst xmlns:a="http://schemas.openxmlformats.org/drawingml/2006/main">
              <a:ext uri="{FF2B5EF4-FFF2-40B4-BE49-F238E27FC236}">
                <a16:creationId xmlns:a16="http://schemas.microsoft.com/office/drawing/2014/main" id="{E74AA2FD-A342-4EF9-BDE1-EE8D3F764F89}"/>
              </a:ext>
            </a:extLst>
          </p:cNvPr>
          <p:cNvSpPr>
            <a:spLocks xmlns:a="http://schemas.openxmlformats.org/drawingml/2006/main" noGrp="1"/>
          </p:cNvSpPr>
          <p:nvPr/>
        </p:nvSpPr>
        <p:spPr>
          <a:xfrm xmlns:a="http://schemas.openxmlformats.org/drawingml/2006/main">
            <a:off x="4629150" y="2400300"/>
            <a:ext cx="2876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70509B"/>
                </a:solidFill>
                <a:latin typeface="Arial"/>
                <a:ea typeface="Arial"/>
                <a:cs typeface="Arial"/>
              </a:defRPr>
            </a:pPr>
            <a:r>
              <a:rPr sz="1575" b="1">
                <a:solidFill>
                  <a:srgbClr val="70509B"/>
                </a:solidFill>
                <a:latin typeface="Arial"/>
                <a:ea typeface="Arial"/>
                <a:cs typeface="Arial"/>
              </a:rPr>
              <a:t>2. RETRIEVE (CPU-Only)</a:t>
            </a:r>
          </a:p>
        </p:txBody>
      </p:sp>
      <p:sp>
        <p:nvSpPr>
          <p:cNvPr id="121" name="">
            <a:extLst xmlns:a="http://schemas.openxmlformats.org/drawingml/2006/main">
              <a:ext uri="{FF2B5EF4-FFF2-40B4-BE49-F238E27FC236}">
                <a16:creationId xmlns:a16="http://schemas.microsoft.com/office/drawing/2014/main" id="{7B719329-165C-46D4-AB7A-5AD5C4F530E0}"/>
              </a:ext>
            </a:extLst>
          </p:cNvPr>
          <p:cNvSpPr>
            <a:spLocks xmlns:a="http://schemas.openxmlformats.org/drawingml/2006/main" noGrp="1"/>
          </p:cNvSpPr>
          <p:nvPr/>
        </p:nvSpPr>
        <p:spPr>
          <a:xfrm xmlns:a="http://schemas.openxmlformats.org/drawingml/2006/main">
            <a:off x="4629150" y="2819400"/>
            <a:ext cx="28765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F2LLM-v2-1.7B (accuracy)</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CPU query inference</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Cosine top-20 candidates</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Symbol/BM25 routing*</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Reciprocal rank fusion*</a:t>
            </a:r>
          </a:p>
        </p:txBody>
      </p:sp>
      <p:sp>
        <p:nvSpPr>
          <p:cNvPr id="122" name="">
            <a:extLst xmlns:a="http://schemas.openxmlformats.org/drawingml/2006/main">
              <a:ext uri="{FF2B5EF4-FFF2-40B4-BE49-F238E27FC236}">
                <a16:creationId xmlns:a16="http://schemas.microsoft.com/office/drawing/2014/main" id="{9EE86451-12BC-4E4B-BC96-E7FD97FC72C1}"/>
              </a:ext>
            </a:extLst>
          </p:cNvPr>
          <p:cNvSpPr>
            <a:spLocks xmlns:a="http://schemas.openxmlformats.org/drawingml/2006/main" noGrp="1"/>
          </p:cNvSpPr>
          <p:nvPr/>
        </p:nvSpPr>
        <p:spPr>
          <a:xfrm xmlns:a="http://schemas.openxmlformats.org/drawingml/2006/main">
            <a:off x="8153400" y="2247900"/>
            <a:ext cx="3143250" cy="2476500"/>
          </a:xfrm>
          <a:prstGeom xmlns:a="http://schemas.openxmlformats.org/drawingml/2006/main" prst="rect">
            <a:avLst/>
          </a:prstGeom>
          <a:solidFill xmlns:a="http://schemas.openxmlformats.org/drawingml/2006/main">
            <a:srgbClr val="F4F0FA"/>
          </a:solidFill>
          <a:ln xmlns:a="http://schemas.openxmlformats.org/drawingml/2006/main" w="14288">
            <a:solidFill>
              <a:srgbClr val="70509B"/>
            </a:solidFill>
          </a:ln>
        </p:spPr>
        <p:txBody>
          <a:bodyPr xmlns:a="http://schemas.openxmlformats.org/drawingml/2006/main"/>
          <a:lstStyle xmlns:a="http://schemas.openxmlformats.org/drawingml/2006/main"/>
          <a:p xmlns:a="http://schemas.openxmlformats.org/drawingml/2006/main">
            <a:r>
              <a:t/>
            </a:r>
          </a:p>
        </p:txBody>
      </p:sp>
      <p:sp>
        <p:nvSpPr>
          <p:cNvPr id="123" name="">
            <a:extLst xmlns:a="http://schemas.openxmlformats.org/drawingml/2006/main">
              <a:ext uri="{FF2B5EF4-FFF2-40B4-BE49-F238E27FC236}">
                <a16:creationId xmlns:a16="http://schemas.microsoft.com/office/drawing/2014/main" id="{AA04CA57-9A5D-4B25-B176-A953EEA20925}"/>
              </a:ext>
            </a:extLst>
          </p:cNvPr>
          <p:cNvSpPr>
            <a:spLocks xmlns:a="http://schemas.openxmlformats.org/drawingml/2006/main" noGrp="1"/>
          </p:cNvSpPr>
          <p:nvPr/>
        </p:nvSpPr>
        <p:spPr>
          <a:xfrm xmlns:a="http://schemas.openxmlformats.org/drawingml/2006/main">
            <a:off x="8286750" y="2400300"/>
            <a:ext cx="2876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70509B"/>
                </a:solidFill>
                <a:latin typeface="Arial"/>
                <a:ea typeface="Arial"/>
                <a:cs typeface="Arial"/>
              </a:defRPr>
            </a:pPr>
            <a:r>
              <a:rPr sz="1575" b="1">
                <a:solidFill>
                  <a:srgbClr val="70509B"/>
                </a:solidFill>
                <a:latin typeface="Arial"/>
                <a:ea typeface="Arial"/>
                <a:cs typeface="Arial"/>
              </a:rPr>
              <a:t>3. POSTPROCESS (Dynamic)</a:t>
            </a:r>
          </a:p>
        </p:txBody>
      </p:sp>
      <p:sp>
        <p:nvSpPr>
          <p:cNvPr id="124" name="">
            <a:extLst xmlns:a="http://schemas.openxmlformats.org/drawingml/2006/main">
              <a:ext uri="{FF2B5EF4-FFF2-40B4-BE49-F238E27FC236}">
                <a16:creationId xmlns:a16="http://schemas.microsoft.com/office/drawing/2014/main" id="{1AFD937D-DBA6-4F31-9E55-51695E4E77D4}"/>
              </a:ext>
            </a:extLst>
          </p:cNvPr>
          <p:cNvSpPr>
            <a:spLocks xmlns:a="http://schemas.openxmlformats.org/drawingml/2006/main" noGrp="1"/>
          </p:cNvSpPr>
          <p:nvPr/>
        </p:nvSpPr>
        <p:spPr>
          <a:xfrm xmlns:a="http://schemas.openxmlformats.org/drawingml/2006/main">
            <a:off x="8286750" y="2819400"/>
            <a:ext cx="28765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Parse worked examples</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Execute candidate Python</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Time/resource limits</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Rerank using pass/fail</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Group version variants*</a:t>
            </a:r>
          </a:p>
        </p:txBody>
      </p:sp>
      <p:sp>
        <p:nvSpPr>
          <p:cNvPr id="125" name="">
            <a:extLst xmlns:a="http://schemas.openxmlformats.org/drawingml/2006/main">
              <a:ext uri="{FF2B5EF4-FFF2-40B4-BE49-F238E27FC236}">
                <a16:creationId xmlns:a16="http://schemas.microsoft.com/office/drawing/2014/main" id="{D2B75A37-880E-4CE1-9F15-FE89C561180D}"/>
              </a:ext>
            </a:extLst>
          </p:cNvPr>
          <p:cNvSpPr>
            <a:spLocks xmlns:a="http://schemas.openxmlformats.org/drawingml/2006/main" noGrp="1"/>
          </p:cNvSpPr>
          <p:nvPr/>
        </p:nvSpPr>
        <p:spPr>
          <a:xfrm xmlns:a="http://schemas.openxmlformats.org/drawingml/2006/main">
            <a:off x="4095750" y="3333750"/>
            <a:ext cx="323850" cy="304800"/>
          </a:xfrm>
          <a:prstGeom xmlns:a="http://schemas.openxmlformats.org/drawingml/2006/main" prst="rightArrow">
            <a:avLst/>
          </a:prstGeom>
          <a:solidFill xmlns:a="http://schemas.openxmlformats.org/drawingml/2006/main">
            <a:srgbClr val="70509B"/>
          </a:solidFill>
          <a:ln xmlns:a="http://schemas.openxmlformats.org/drawingml/2006/main" w="0">
            <a:noFill/>
          </a:ln>
        </p:spPr>
      </p:sp>
      <p:sp>
        <p:nvSpPr>
          <p:cNvPr id="126" name="">
            <a:extLst xmlns:a="http://schemas.openxmlformats.org/drawingml/2006/main">
              <a:ext uri="{FF2B5EF4-FFF2-40B4-BE49-F238E27FC236}">
                <a16:creationId xmlns:a16="http://schemas.microsoft.com/office/drawing/2014/main" id="{B6D2DFA3-91AA-4C0E-BE75-4D0C94FE4237}"/>
              </a:ext>
            </a:extLst>
          </p:cNvPr>
          <p:cNvSpPr>
            <a:spLocks xmlns:a="http://schemas.openxmlformats.org/drawingml/2006/main" noGrp="1"/>
          </p:cNvSpPr>
          <p:nvPr/>
        </p:nvSpPr>
        <p:spPr>
          <a:xfrm xmlns:a="http://schemas.openxmlformats.org/drawingml/2006/main">
            <a:off x="7753350" y="3333750"/>
            <a:ext cx="323850" cy="304800"/>
          </a:xfrm>
          <a:prstGeom xmlns:a="http://schemas.openxmlformats.org/drawingml/2006/main" prst="rightArrow">
            <a:avLst/>
          </a:prstGeom>
          <a:solidFill xmlns:a="http://schemas.openxmlformats.org/drawingml/2006/main">
            <a:srgbClr val="70509B"/>
          </a:solidFill>
          <a:ln xmlns:a="http://schemas.openxmlformats.org/drawingml/2006/main" w="0">
            <a:noFill/>
          </a:ln>
        </p:spPr>
      </p:sp>
      <p:sp>
        <p:nvSpPr>
          <p:cNvPr id="127" name="">
            <a:extLst xmlns:a="http://schemas.openxmlformats.org/drawingml/2006/main">
              <a:ext uri="{FF2B5EF4-FFF2-40B4-BE49-F238E27FC236}">
                <a16:creationId xmlns:a16="http://schemas.microsoft.com/office/drawing/2014/main" id="{DBEF5D8A-EDEF-4D66-93EC-69DF15E2287A}"/>
              </a:ext>
            </a:extLst>
          </p:cNvPr>
          <p:cNvSpPr>
            <a:spLocks xmlns:a="http://schemas.openxmlformats.org/drawingml/2006/main" noGrp="1"/>
          </p:cNvSpPr>
          <p:nvPr/>
        </p:nvSpPr>
        <p:spPr>
          <a:xfrm xmlns:a="http://schemas.openxmlformats.org/drawingml/2006/main">
            <a:off x="838200" y="4933950"/>
            <a:ext cx="10515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00" b="0">
                <a:solidFill>
                  <a:srgbClr val="302C3C"/>
                </a:solidFill>
                <a:latin typeface="Arial"/>
                <a:ea typeface="Arial"/>
                <a:cs typeface="Arial"/>
              </a:defRPr>
            </a:pPr>
            <a:r>
              <a:rPr sz="1500" b="0">
                <a:solidFill>
                  <a:srgbClr val="302C3C"/>
                </a:solidFill>
                <a:latin typeface="Arial"/>
                <a:ea typeface="Arial"/>
                <a:cs typeface="Arial"/>
              </a:rPr>
              <a:t>* Workbench and version engine features; they are not all part of the P0 benchmark. P0 uses corpus embeddings, CPU query embeddings and example-based reranking. Verification is conditional on usable examples and is not a correctness proof.</a:t>
            </a:r>
          </a:p>
        </p:txBody>
      </p:sp>
    </p:spTree>
    <p:extLst>
      <p:ext uri="{BB962C8B-B14F-4D97-AF65-F5344CB8AC3E}">
        <p14:creationId xmlns:p14="http://schemas.microsoft.com/office/powerpoint/2010/main" val="72669886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19" name="Google Shape;119;p5">
            <a:extLst xmlns:a="http://schemas.openxmlformats.org/drawingml/2006/main">
              <a:ext uri="{FF2B5EF4-FFF2-40B4-BE49-F238E27FC236}">
                <a16:creationId xmlns:a16="http://schemas.microsoft.com/office/drawing/2014/main" id="{016F85AB-A368-43E8-B29E-38638B794186}"/>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b="1">
                <a:solidFill>
                  <a:srgbClr val="704EA6"/>
                </a:solidFill>
                <a:latin typeface="Calibri"/>
                <a:ea typeface="Calibri"/>
                <a:cs typeface="Calibri"/>
              </a:rPr>
              <a:t>Demo &amp; Product Walkthrough</a:t>
            </a:r>
            <a:endParaRPr/>
          </a:p>
        </p:txBody>
      </p:sp>
      <p:sp>
        <p:nvSpPr>
          <p:cNvPr id="120" name="Google Shape;120;p5">
            <a:extLst xmlns:a="http://schemas.openxmlformats.org/drawingml/2006/main">
              <a:ext uri="{FF2B5EF4-FFF2-40B4-BE49-F238E27FC236}">
                <a16:creationId xmlns:a16="http://schemas.microsoft.com/office/drawing/2014/main" id="{070D46DE-2DBC-4349-95AB-CE0F41EB497A}"/>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1. Index Python code  </a:t>
            </a:r>
            <a:r>
              <a:rPr sz="1725">
                <a:solidFill>
                  <a:srgbClr val="302C3C"/>
                </a:solidFill>
                <a:latin typeface="Arial"/>
                <a:ea typeface="Arial"/>
                <a:cs typeface="Arial"/>
              </a:rPr>
              <a:t>Open a folder for a working snapshot. The built-in repository demo also exposes its Git history; arbitrary folder targets do not import history.</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2. Query with evidence  </a:t>
            </a:r>
            <a:r>
              <a:rPr sz="1725">
                <a:solidFill>
                  <a:srgbClr val="302C3C"/>
                </a:solidFill>
                <a:latin typeface="Arial"/>
                <a:ea typeface="Arial"/>
                <a:cs typeface="Arial"/>
              </a:rPr>
              <a:t>Inspect ranked snippets, file/line spans and retrieval signals. Dense queries use the selected encoder tier.</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3. Edit and update  </a:t>
            </a:r>
            <a:r>
              <a:rPr sz="1725">
                <a:solidFill>
                  <a:srgbClr val="302C3C"/>
                </a:solidFill>
                <a:latin typeface="Arial"/>
                <a:ea typeface="Arial"/>
                <a:cs typeface="Arial"/>
              </a:rPr>
              <a:t>One-function edit: 6.45 s, 2 chunks encoded and 48 reused. Unchanged update: 1.51 s. These are separate measured cases.</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4. Compare variants  </a:t>
            </a:r>
            <a:r>
              <a:rPr sz="1725">
                <a:solidFill>
                  <a:srgbClr val="302C3C"/>
                </a:solidFill>
                <a:latin typeface="Arial"/>
                <a:ea typeface="Arial"/>
                <a:cs typeface="Arial"/>
              </a:rPr>
              <a:t>A constructed three-version fixture tests lineage grouping and verification. The engine retains version identity for each result.</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Recorded walkthrough  </a:t>
            </a:r>
            <a:r>
              <a:rPr sz="1725">
                <a:solidFill>
                  <a:srgbClr val="302C3C"/>
                </a:solidFill>
                <a:latin typeface="Arial"/>
                <a:ea typeface="Arial"/>
                <a:cs typeface="Arial"/>
              </a:rPr>
              <a:t>https://youtu.be/0k2UUJOp-Tc — published recording is 5:46; the supplied template asks for a maximum of 5:00.</a:t>
            </a:r>
          </a:p>
        </p:txBody>
      </p:sp>
    </p:spTree>
    <p:extLst>
      <p:ext uri="{BB962C8B-B14F-4D97-AF65-F5344CB8AC3E}">
        <p14:creationId xmlns:p14="http://schemas.microsoft.com/office/powerpoint/2010/main" val="55794642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25" name="Google Shape;125;p6">
            <a:extLst xmlns:a="http://schemas.openxmlformats.org/drawingml/2006/main">
              <a:ext uri="{FF2B5EF4-FFF2-40B4-BE49-F238E27FC236}">
                <a16:creationId xmlns:a16="http://schemas.microsoft.com/office/drawing/2014/main" id="{C5B6EEE0-CBF5-4761-896D-00E3D8CA0786}"/>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sz="4400" b="1">
                <a:solidFill>
                  <a:srgbClr val="704EA6"/>
                </a:solidFill>
                <a:latin typeface="Calibri"/>
                <a:ea typeface="Calibri"/>
                <a:cs typeface="Calibri"/>
              </a:rPr>
              <a:t>Tools and tech stack used</a:t>
            </a:r>
            <a:endParaRPr b="1">
              <a:solidFill>
                <a:srgbClr val="704EA6"/>
              </a:solidFill>
            </a:endParaRPr>
          </a:p>
        </p:txBody>
      </p:sp>
      <p:sp>
        <p:nvSpPr>
          <p:cNvPr id="126" name="Google Shape;126;p6">
            <a:extLst xmlns:a="http://schemas.openxmlformats.org/drawingml/2006/main">
              <a:ext uri="{FF2B5EF4-FFF2-40B4-BE49-F238E27FC236}">
                <a16:creationId xmlns:a16="http://schemas.microsoft.com/office/drawing/2014/main" id="{368C9488-744C-4DE5-9FA4-837A2F601D0E}"/>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Runtime  </a:t>
            </a:r>
            <a:r>
              <a:rPr sz="1725">
                <a:solidFill>
                  <a:srgbClr val="302C3C"/>
                </a:solidFill>
                <a:latin typeface="Arial"/>
                <a:ea typeface="Arial"/>
                <a:cs typeface="Arial"/>
              </a:rPr>
              <a:t>Python, PyTorch 2.8.0, Sentence Transformers and NumPy. The current retrieval path uses Python; the C++ component is a separate prototype.</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Preprocessing  </a:t>
            </a:r>
            <a:r>
              <a:rPr sz="1725">
                <a:solidFill>
                  <a:srgbClr val="302C3C"/>
                </a:solidFill>
                <a:latin typeface="Arial"/>
                <a:ea typeface="Arial"/>
                <a:cs typeface="Arial"/>
              </a:rPr>
              <a:t>Tree-sitter AST chunks, structural metadata and SQLite content-addressed embeddings keyed by the full model recipe.</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Retrieval and postprocessing  </a:t>
            </a:r>
            <a:r>
              <a:rPr sz="1725">
                <a:solidFill>
                  <a:srgbClr val="302C3C"/>
                </a:solidFill>
                <a:latin typeface="Arial"/>
                <a:ea typeface="Arial"/>
                <a:cs typeface="Arial"/>
              </a:rPr>
              <a:t>Cosine search; symbol/BM25 and reciprocal rank fusion in the workbench; Python subprocess execution for usable examples.</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Embedding models  </a:t>
            </a:r>
            <a:r>
              <a:rPr sz="1725">
                <a:solidFill>
                  <a:srgbClr val="302C3C"/>
                </a:solidFill>
                <a:latin typeface="Arial"/>
                <a:ea typeface="Arial"/>
                <a:cs typeface="Arial"/>
              </a:rPr>
              <a:t>F2LLM-v2-1.7B accuracy tier; 0.6B is explicit opt-in. Revisions, prompts, pooling and sequence limits are pinned.</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Evaluation and interface  </a:t>
            </a:r>
            <a:r>
              <a:rPr sz="1725">
                <a:solidFill>
                  <a:srgbClr val="302C3C"/>
                </a:solidFill>
                <a:latin typeface="Arial"/>
                <a:ea typeface="Arial"/>
                <a:cs typeface="Arial"/>
              </a:rPr>
              <a:t>MTEB 2.21.0 with cache=None; pytest and GitHub Actions; FastAPI/Uvicorn workbench. Dependency and source records accompany measurements.</a:t>
            </a:r>
          </a:p>
        </p:txBody>
      </p:sp>
    </p:spTree>
    <p:extLst>
      <p:ext uri="{BB962C8B-B14F-4D97-AF65-F5344CB8AC3E}">
        <p14:creationId xmlns:p14="http://schemas.microsoft.com/office/powerpoint/2010/main" val="127237866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31" name="Google Shape;131;p7">
            <a:extLst xmlns:a="http://schemas.openxmlformats.org/drawingml/2006/main">
              <a:ext uri="{FF2B5EF4-FFF2-40B4-BE49-F238E27FC236}">
                <a16:creationId xmlns:a16="http://schemas.microsoft.com/office/drawing/2014/main" id="{3D09B309-26A5-4CB3-8A41-AA92ECB60C5C}"/>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sz="4400" b="1">
                <a:solidFill>
                  <a:srgbClr val="704EA6"/>
                </a:solidFill>
                <a:latin typeface="Calibri"/>
                <a:ea typeface="Calibri"/>
                <a:cs typeface="Calibri"/>
              </a:rPr>
              <a:t>Impact &amp; Use case</a:t>
            </a:r>
            <a:endParaRPr b="1">
              <a:solidFill>
                <a:srgbClr val="704EA6"/>
              </a:solidFill>
            </a:endParaRPr>
          </a:p>
        </p:txBody>
      </p:sp>
      <p:sp>
        <p:nvSpPr>
          <p:cNvPr id="132" name="Google Shape;132;p7">
            <a:extLst xmlns:a="http://schemas.openxmlformats.org/drawingml/2006/main">
              <a:ext uri="{FF2B5EF4-FFF2-40B4-BE49-F238E27FC236}">
                <a16:creationId xmlns:a16="http://schemas.microsoft.com/office/drawing/2014/main" id="{23765700-C17A-403D-992D-E6670996F75B}"/>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Developer onboarding  </a:t>
            </a:r>
            <a:r>
              <a:rPr sz="1725">
                <a:solidFill>
                  <a:srgbClr val="302C3C"/>
                </a:solidFill>
                <a:latin typeface="Arial"/>
                <a:ea typeface="Arial"/>
                <a:cs typeface="Arial"/>
              </a:rPr>
              <a:t>Map a natural-language question to implementation snippets with source locations and structural metadata.</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Example-guided triage  </a:t>
            </a:r>
            <a:r>
              <a:rPr sz="1725">
                <a:solidFill>
                  <a:srgbClr val="302C3C"/>
                </a:solidFill>
                <a:latin typeface="Arial"/>
                <a:ea typeface="Arial"/>
                <a:cs typeface="Arial"/>
              </a:rPr>
              <a:t>Use examples from a problem or issue to distinguish candidate behavior, while retaining failures and execution limits.</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Changing repositories  </a:t>
            </a:r>
            <a:r>
              <a:rPr sz="1725">
                <a:solidFill>
                  <a:srgbClr val="302C3C"/>
                </a:solidFill>
                <a:latin typeface="Arial"/>
                <a:ea typeface="Arial"/>
                <a:cs typeface="Arial"/>
              </a:rPr>
              <a:t>Reuse unchanged chunks after edits. The measured rebuild fixture demonstrates reuse, rather than a universal update-time guarantee.</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Code archaeology  </a:t>
            </a:r>
            <a:r>
              <a:rPr sz="1725">
                <a:solidFill>
                  <a:srgbClr val="302C3C"/>
                </a:solidFill>
                <a:latin typeface="Arial"/>
                <a:ea typeface="Arial"/>
                <a:cs typeface="Arial"/>
              </a:rPr>
              <a:t>Search explicit snapshots and related variants. Version isolation addresses retrieval provenance; it does not establish freedom from pretraining exposure.</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Checkable outputs  </a:t>
            </a:r>
            <a:r>
              <a:rPr sz="1725">
                <a:solidFill>
                  <a:srgbClr val="302C3C"/>
                </a:solidFill>
                <a:latin typeface="Arial"/>
                <a:ea typeface="Arial"/>
                <a:cs typeface="Arial"/>
              </a:rPr>
              <a:t>Return ranked source code and retrieval evidence. Code generation and formal proof of correctness are outside this submission.</a:t>
            </a:r>
          </a:p>
        </p:txBody>
      </p:sp>
    </p:spTree>
    <p:extLst>
      <p:ext uri="{BB962C8B-B14F-4D97-AF65-F5344CB8AC3E}">
        <p14:creationId xmlns:p14="http://schemas.microsoft.com/office/powerpoint/2010/main" val="46643406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37" name="Google Shape;137;p8">
            <a:extLst xmlns:a="http://schemas.openxmlformats.org/drawingml/2006/main">
              <a:ext uri="{FF2B5EF4-FFF2-40B4-BE49-F238E27FC236}">
                <a16:creationId xmlns:a16="http://schemas.microsoft.com/office/drawing/2014/main" id="{FBCC3269-D4C8-4B31-BEA4-7DD0B022D61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defRPr sz="3300" b="1">
                <a:solidFill>
                  <a:srgbClr val="70509B"/>
                </a:solidFill>
                <a:latin typeface="Arial"/>
                <a:ea typeface="Arial"/>
                <a:cs typeface="Arial"/>
              </a:defRPr>
            </a:pPr>
            <a:r>
              <a:rPr sz="3300" b="1">
                <a:solidFill>
                  <a:srgbClr val="70509B"/>
                </a:solidFill>
                <a:latin typeface="Arial"/>
                <a:ea typeface="Arial"/>
                <a:cs typeface="Arial"/>
              </a:rPr>
              <a:t>Innovation highlights, results and limitations</a:t>
            </a:r>
            <a:endParaRPr sz="4400" b="1">
              <a:solidFill>
                <a:srgbClr val="704EA6"/>
              </a:solidFill>
            </a:endParaRPr>
          </a:p>
        </p:txBody>
      </p:sp>
      <p:sp>
        <p:nvSpPr>
          <p:cNvPr id="138" name="Google Shape;138;p8">
            <a:extLst xmlns:a="http://schemas.openxmlformats.org/drawingml/2006/main">
              <a:ext uri="{FF2B5EF4-FFF2-40B4-BE49-F238E27FC236}">
                <a16:creationId xmlns:a16="http://schemas.microsoft.com/office/drawing/2014/main" id="{18FAD950-12BB-4401-B8D8-6A9CC023EB5E}"/>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575">
                <a:solidFill>
                  <a:srgbClr val="302C3C"/>
                </a:solidFill>
                <a:latin typeface="Arial"/>
                <a:ea typeface="Arial"/>
                <a:cs typeface="Arial"/>
              </a:defRPr>
            </a:pPr>
            <a:r>
              <a:rPr sz="1575" b="1">
                <a:solidFill>
                  <a:srgbClr val="302C3C"/>
                </a:solidFill>
                <a:latin typeface="Arial"/>
                <a:ea typeface="Arial"/>
                <a:cs typeface="Arial"/>
              </a:rPr>
              <a:t>Historical P0 — 19 September 2026  </a:t>
            </a:r>
            <a:r>
              <a:rPr sz="1575">
                <a:solidFill>
                  <a:srgbClr val="302C3C"/>
                </a:solidFill>
                <a:latin typeface="Arial"/>
                <a:ea typeface="Arial"/>
                <a:cs typeface="Arial"/>
              </a:rPr>
              <a:t>NDCG@10 0.96558; MRR@10 0.95857; Recall@10 0.98619. This was the earlier frozen GPU-query configuration, not a measured CPU score for the corrected candidate.</a:t>
            </a:r>
          </a:p>
          <a:p xmlns:a="http://schemas.openxmlformats.org/drawingml/2006/main">
            <a:pPr>
              <a:spcAft>
                <a:spcPts val="1500"/>
              </a:spcAft>
              <a:defRPr sz="1575">
                <a:solidFill>
                  <a:srgbClr val="302C3C"/>
                </a:solidFill>
                <a:latin typeface="Arial"/>
                <a:ea typeface="Arial"/>
                <a:cs typeface="Arial"/>
              </a:defRPr>
            </a:pPr>
            <a:r>
              <a:rPr sz="1575" b="1">
                <a:solidFill>
                  <a:srgbClr val="302C3C"/>
                </a:solidFill>
                <a:latin typeface="Arial"/>
                <a:ea typeface="Arial"/>
                <a:cs typeface="Arial"/>
              </a:rPr>
              <a:t>CPU P1 — 40 functions, 50 chunks, 3 repetitions  </a:t>
            </a:r>
            <a:r>
              <a:rPr sz="1575">
                <a:solidFill>
                  <a:srgbClr val="302C3C"/>
                </a:solidFill>
                <a:latin typeface="Arial"/>
                <a:ea typeface="Arial"/>
                <a:cs typeface="Arial"/>
              </a:rPr>
              <a:t>Median full build 102.78 s; unchanged update 1.51 s; one-function edit 6.45 s; ten-function edit 29.51 s. Fresh-index comparison matched all 6 probe rankings.</a:t>
            </a:r>
          </a:p>
          <a:p xmlns:a="http://schemas.openxmlformats.org/drawingml/2006/main">
            <a:pPr>
              <a:spcAft>
                <a:spcPts val="1500"/>
              </a:spcAft>
              <a:defRPr sz="1575">
                <a:solidFill>
                  <a:srgbClr val="302C3C"/>
                </a:solidFill>
                <a:latin typeface="Arial"/>
                <a:ea typeface="Arial"/>
                <a:cs typeface="Arial"/>
              </a:defRPr>
            </a:pPr>
            <a:r>
              <a:rPr sz="1575" b="1">
                <a:solidFill>
                  <a:srgbClr val="302C3C"/>
                </a:solidFill>
                <a:latin typeface="Arial"/>
                <a:ea typeface="Arial"/>
                <a:cs typeface="Arial"/>
              </a:rPr>
              <a:t>CPU Bonus — constructed 12-lineage fixture  </a:t>
            </a:r>
            <a:r>
              <a:rPr sz="1575">
                <a:solidFill>
                  <a:srgbClr val="302C3C"/>
                </a:solidFill>
                <a:latin typeface="Arial"/>
                <a:ea typeface="Arial"/>
                <a:cs typeface="Arial"/>
              </a:rPr>
              <a:t>Correct version first: 12/12 with verification, 1/12 without. Median query 5.82 s. These are functional fixture results, not unseen-accuracy estimates.</a:t>
            </a:r>
          </a:p>
          <a:p xmlns:a="http://schemas.openxmlformats.org/drawingml/2006/main">
            <a:pPr>
              <a:spcAft>
                <a:spcPts val="1500"/>
              </a:spcAft>
              <a:defRPr sz="1575">
                <a:solidFill>
                  <a:srgbClr val="302C3C"/>
                </a:solidFill>
                <a:latin typeface="Arial"/>
                <a:ea typeface="Arial"/>
                <a:cs typeface="Arial"/>
              </a:defRPr>
            </a:pPr>
            <a:r>
              <a:rPr sz="1575" b="1">
                <a:solidFill>
                  <a:srgbClr val="302C3C"/>
                </a:solidFill>
                <a:latin typeface="Arial"/>
                <a:ea typeface="Arial"/>
                <a:cs typeface="Arial"/>
              </a:rPr>
              <a:t>Limits and resources  </a:t>
            </a:r>
            <a:r>
              <a:rPr sz="1575">
                <a:solidFill>
                  <a:srgbClr val="302C3C"/>
                </a:solidFill>
                <a:latin typeface="Arial"/>
                <a:ea typeface="Arial"/>
                <a:cs typeface="Arial"/>
              </a:rPr>
              <a:t>4-vCPU Kaggle Xeon; recorded peak RSS about 10.85 GB. APPS pretraining exposure is possible. Visible examples and subprocess limits do not prove correctness or provide a hardened security boundary.</a:t>
            </a:r>
          </a:p>
        </p:txBody>
      </p:sp>
    </p:spTree>
    <p:extLst>
      <p:ext uri="{BB962C8B-B14F-4D97-AF65-F5344CB8AC3E}">
        <p14:creationId xmlns:p14="http://schemas.microsoft.com/office/powerpoint/2010/main" val="24288320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43" name="Google Shape;143;p9">
            <a:extLst xmlns:a="http://schemas.openxmlformats.org/drawingml/2006/main">
              <a:ext uri="{FF2B5EF4-FFF2-40B4-BE49-F238E27FC236}">
                <a16:creationId xmlns:a16="http://schemas.microsoft.com/office/drawing/2014/main" id="{D0B2E542-30EC-4AEF-A505-83876F6D8ED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sz="4400" b="1">
                <a:solidFill>
                  <a:srgbClr val="704EA6"/>
                </a:solidFill>
                <a:latin typeface="Calibri"/>
                <a:ea typeface="Calibri"/>
                <a:cs typeface="Calibri"/>
              </a:rPr>
              <a:t>What’s next</a:t>
            </a:r>
            <a:endParaRPr sz="4400" b="1">
              <a:solidFill>
                <a:srgbClr val="704EA6"/>
              </a:solidFill>
            </a:endParaRPr>
          </a:p>
        </p:txBody>
      </p:sp>
      <p:sp>
        <p:nvSpPr>
          <p:cNvPr id="144" name="Google Shape;144;p9">
            <a:extLst xmlns:a="http://schemas.openxmlformats.org/drawingml/2006/main">
              <a:ext uri="{FF2B5EF4-FFF2-40B4-BE49-F238E27FC236}">
                <a16:creationId xmlns:a16="http://schemas.microsoft.com/office/drawing/2014/main" id="{57F23462-A9B7-4DBD-B83D-D91449CE615A}"/>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Broader Python inputs  </a:t>
            </a:r>
            <a:r>
              <a:rPr sz="1800">
                <a:solidFill>
                  <a:srgbClr val="302C3C"/>
                </a:solidFill>
                <a:latin typeface="Arial"/>
                <a:ea typeface="Arial"/>
                <a:cs typeface="Arial"/>
              </a:rPr>
              <a:t>Improve handling of incomplete fragments and diverse test formats; measure generalization on genuinely unseen code.</a:t>
            </a:r>
          </a:p>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Lower query cost  </a:t>
            </a:r>
            <a:r>
              <a:rPr sz="1800">
                <a:solidFill>
                  <a:srgbClr val="302C3C"/>
                </a:solidFill>
                <a:latin typeface="Arial"/>
                <a:ea typeface="Arial"/>
                <a:cs typeface="Arial"/>
              </a:rPr>
              <a:t>Investigate faster CPU runtimes only when ranking fidelity and end-to-end measurements support adoption. No unmeasured latency target is claimed.</a:t>
            </a:r>
          </a:p>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Stronger execution isolation  </a:t>
            </a:r>
            <a:r>
              <a:rPr sz="1800">
                <a:solidFill>
                  <a:srgbClr val="302C3C"/>
                </a:solidFill>
                <a:latin typeface="Arial"/>
                <a:ea typeface="Arial"/>
                <a:cs typeface="Arial"/>
              </a:rPr>
              <a:t>Replace defensive subprocess limits with a hardened isolation boundary for untrusted multi-user deployments.</a:t>
            </a:r>
          </a:p>
          <a:p xmlns:a="http://schemas.openxmlformats.org/drawingml/2006/main">
            <a:pPr>
              <a:spcAft>
                <a:spcPts val="1500"/>
              </a:spcAft>
              <a:defRPr sz="1800">
                <a:solidFill>
                  <a:srgbClr val="302C3C"/>
                </a:solidFill>
                <a:latin typeface="Arial"/>
                <a:ea typeface="Arial"/>
                <a:cs typeface="Arial"/>
              </a:defRPr>
            </a:pPr>
            <a:r>
              <a:rPr sz="1800" b="1">
                <a:solidFill>
                  <a:srgbClr val="302C3C"/>
                </a:solidFill>
                <a:latin typeface="Arial"/>
                <a:ea typeface="Arial"/>
                <a:cs typeface="Arial"/>
              </a:rPr>
              <a:t>Richer repository structure  </a:t>
            </a:r>
            <a:r>
              <a:rPr sz="1800">
                <a:solidFill>
                  <a:srgbClr val="302C3C"/>
                </a:solidFill>
                <a:latin typeface="Arial"/>
                <a:ea typeface="Arial"/>
                <a:cs typeface="Arial"/>
              </a:rPr>
              <a:t>Extend cross-file analysis and history ingestion, preserving source locations, snapshot identity and cache-recipe provenance.</a:t>
            </a:r>
          </a:p>
        </p:txBody>
      </p:sp>
    </p:spTree>
    <p:extLst>
      <p:ext uri="{BB962C8B-B14F-4D97-AF65-F5344CB8AC3E}">
        <p14:creationId xmlns:p14="http://schemas.microsoft.com/office/powerpoint/2010/main" val="206686538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49" name="Google Shape;149;p10">
            <a:extLst xmlns:a="http://schemas.openxmlformats.org/drawingml/2006/main">
              <a:ext uri="{FF2B5EF4-FFF2-40B4-BE49-F238E27FC236}">
                <a16:creationId xmlns:a16="http://schemas.microsoft.com/office/drawing/2014/main" id="{1B130D28-8579-4DC4-8738-2567EE4B9C27}"/>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sz="4400" b="1">
                <a:solidFill>
                  <a:srgbClr val="704EA6"/>
                </a:solidFill>
                <a:latin typeface="Calibri"/>
                <a:ea typeface="Calibri"/>
                <a:cs typeface="Calibri"/>
              </a:rPr>
              <a:t>Brownie points slide( differentiation)</a:t>
            </a:r>
            <a:endParaRPr sz="4400" b="1">
              <a:solidFill>
                <a:srgbClr val="704EA6"/>
              </a:solidFill>
            </a:endParaRPr>
          </a:p>
        </p:txBody>
      </p:sp>
      <p:sp>
        <p:nvSpPr>
          <p:cNvPr id="150" name="Google Shape;150;p10">
            <a:extLst xmlns:a="http://schemas.openxmlformats.org/drawingml/2006/main">
              <a:ext uri="{FF2B5EF4-FFF2-40B4-BE49-F238E27FC236}">
                <a16:creationId xmlns:a16="http://schemas.microsoft.com/office/drawing/2014/main" id="{A805DDF1-28D7-4E2C-BC1D-411D99ADFFE2}"/>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Our architectural contribution  </a:t>
            </a:r>
            <a:r>
              <a:rPr sz="1725">
                <a:solidFill>
                  <a:srgbClr val="302C3C"/>
                </a:solidFill>
                <a:latin typeface="Arial"/>
                <a:ea typeface="Arial"/>
                <a:cs typeface="Arial"/>
              </a:rPr>
              <a:t>Combine reusable structural preprocessing with conditional behavioral postprocessing around a fixed embedding model.</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Selective work  </a:t>
            </a:r>
            <a:r>
              <a:rPr sz="1725">
                <a:solidFill>
                  <a:srgbClr val="302C3C"/>
                </a:solidFill>
                <a:latin typeface="Arial"/>
                <a:ea typeface="Arial"/>
                <a:cs typeface="Arial"/>
              </a:rPr>
              <a:t>Encode changed content and route workbench queries through cheap signals before dense inference when those signals suffice.</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Check behavior after retrieval  </a:t>
            </a:r>
            <a:r>
              <a:rPr sz="1725">
                <a:solidFill>
                  <a:srgbClr val="302C3C"/>
                </a:solidFill>
                <a:latin typeface="Arial"/>
                <a:ea typeface="Arial"/>
                <a:cs typeface="Arial"/>
              </a:rPr>
              <a:t>Use executable examples to rerank semantic candidates; keep the dense order when useful verification evidence is unavailable.</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Traceable versions and vectors  </a:t>
            </a:r>
            <a:r>
              <a:rPr sz="1725">
                <a:solidFill>
                  <a:srgbClr val="302C3C"/>
                </a:solidFill>
                <a:latin typeface="Arial"/>
                <a:ea typeface="Arial"/>
                <a:cs typeface="Arial"/>
              </a:rPr>
              <a:t>Retain snapshot identity, content hashes and full encoder recipes. Validate dimensions, finite values and exact cache coverage.</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Research discipline  </a:t>
            </a:r>
            <a:r>
              <a:rPr sz="1725">
                <a:solidFill>
                  <a:srgbClr val="302C3C"/>
                </a:solidFill>
                <a:latin typeface="Arial"/>
                <a:ea typeface="Arial"/>
                <a:cs typeface="Arial"/>
              </a:rPr>
              <a:t>Preserve negative experiments and historical results; distinguish synthetic functional checks, scored benchmark evidence and measured runtime.</a:t>
            </a:r>
          </a:p>
        </p:txBody>
      </p:sp>
    </p:spTree>
    <p:extLst>
      <p:ext uri="{BB962C8B-B14F-4D97-AF65-F5344CB8AC3E}">
        <p14:creationId xmlns:p14="http://schemas.microsoft.com/office/powerpoint/2010/main" val="124827769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5" name="Google Shape;155;p11">
            <a:extLst xmlns:a="http://schemas.openxmlformats.org/drawingml/2006/main">
              <a:ext uri="{FF2B5EF4-FFF2-40B4-BE49-F238E27FC236}">
                <a16:creationId xmlns:a16="http://schemas.microsoft.com/office/drawing/2014/main" id="{260B98E6-1A84-4DC5-A86E-563433B1CA84}"/>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fontScale="100000"/>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b="1">
                <a:solidFill>
                  <a:srgbClr val="704EA6"/>
                </a:solidFill>
                <a:latin typeface="Calibri"/>
                <a:ea typeface="Calibri"/>
                <a:cs typeface="Calibri"/>
              </a:rPr>
              <a:t>Checklist - Submission materials</a:t>
            </a:r>
            <a:endParaRPr/>
          </a:p>
        </p:txBody>
      </p:sp>
      <p:sp>
        <p:nvSpPr>
          <p:cNvPr id="156" name="Google Shape;156;p11">
            <a:extLst xmlns:a="http://schemas.openxmlformats.org/drawingml/2006/main">
              <a:ext uri="{FF2B5EF4-FFF2-40B4-BE49-F238E27FC236}">
                <a16:creationId xmlns:a16="http://schemas.microsoft.com/office/drawing/2014/main" id="{5D24E8F1-8B77-4563-B7ED-4F9CD3C42C6D}"/>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Source and reproducible setup  </a:t>
            </a:r>
            <a:r>
              <a:rPr sz="1725">
                <a:solidFill>
                  <a:srgbClr val="302C3C"/>
                </a:solidFill>
                <a:latin typeface="Arial"/>
                <a:ea typeface="Arial"/>
                <a:cs typeface="Arial"/>
              </a:rPr>
              <a:t>CodeDoctor repository; README includes clean-environment, live evaluation and version-engine commands.</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Dependencies  </a:t>
            </a:r>
            <a:r>
              <a:rPr sz="1725">
                <a:solidFill>
                  <a:srgbClr val="302C3C"/>
                </a:solidFill>
                <a:latin typeface="Arial"/>
                <a:ea typeface="Arial"/>
                <a:cs typeface="Arial"/>
              </a:rPr>
              <a:t>requirement.txt and requirements-submission.txt select the portable submission stack; measured environments are preserved separately.</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Presentation and disclosure  </a:t>
            </a:r>
            <a:r>
              <a:rPr sz="1725">
                <a:solidFill>
                  <a:srgbClr val="302C3C"/>
                </a:solidFill>
                <a:latin typeface="Arial"/>
                <a:ea typeface="Arial"/>
                <a:cs typeface="Arial"/>
              </a:rPr>
              <a:t>VITV_Doctors_Submission.pptx and matching PDF; the official LangAI3.0 AI disclosure form records tool assistance.</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Benchmark evidence  </a:t>
            </a:r>
            <a:r>
              <a:rPr sz="1725">
                <a:solidFill>
                  <a:srgbClr val="302C3C"/>
                </a:solidFill>
                <a:latin typeface="Arial"/>
                <a:ea typeface="Arial"/>
                <a:cs typeface="Arial"/>
              </a:rPr>
              <a:t>Historical result JSON and response CSV retain their original identity. CPU encoding measurements are reported separately from scoring replay.</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Demo and submission tag  </a:t>
            </a:r>
            <a:r>
              <a:rPr sz="1725">
                <a:solidFill>
                  <a:srgbClr val="302C3C"/>
                </a:solidFill>
                <a:latin typeface="Arial"/>
                <a:ea typeface="Arial"/>
                <a:cs typeface="Arial"/>
              </a:rPr>
              <a:t>Video: https://youtu.be/0k2UUJOp-Tc. Submission tag: PRISM_GENAI_HACKATHON_Y2026. The current public video duration is 5:46.</a:t>
            </a:r>
          </a:p>
        </p:txBody>
      </p:sp>
    </p:spTree>
    <p:extLst>
      <p:ext uri="{BB962C8B-B14F-4D97-AF65-F5344CB8AC3E}">
        <p14:creationId xmlns:p14="http://schemas.microsoft.com/office/powerpoint/2010/main" val="156398511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62" name="Google Shape;162;p12">
            <a:extLst xmlns:a="http://schemas.openxmlformats.org/drawingml/2006/main">
              <a:ext uri="{FF2B5EF4-FFF2-40B4-BE49-F238E27FC236}">
                <a16:creationId xmlns:a16="http://schemas.microsoft.com/office/drawing/2014/main" id="{30890828-07F0-4BF1-9653-014ED78F1479}"/>
              </a:ext>
            </a:extLst>
          </p:cNvPr>
          <p:cNvSpPr>
            <a:spLocks xmlns:a="http://schemas.openxmlformats.org/drawingml/2006/main" noGrp="1"/>
          </p:cNvSpPr>
          <p:nvPr/>
        </p:nvSpPr>
        <p:spPr>
          <a:xfrm xmlns:a="http://schemas.openxmlformats.org/drawingml/2006/main">
            <a:off x="1046181" y="3730214"/>
            <a:ext cx="676656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4142B"/>
              </a:buClr>
              <a:buSzPts val="4600"/>
              <a:buFont typeface="Arial"/>
              <a:buNone/>
            </a:pPr>
            <a:r>
              <a:rPr sz="4600" b="1" i="0" u="none" cap="none">
                <a:solidFill>
                  <a:srgbClr val="14142B"/>
                </a:solidFill>
                <a:latin typeface="Arial"/>
                <a:ea typeface="Arial"/>
                <a:cs typeface="Arial"/>
              </a:rPr>
              <a:t>Thank you</a:t>
            </a:r>
            <a:endParaRPr sz="4600" b="0" i="0" u="none" cap="none">
              <a:solidFill>
                <a:schemeClr val="dk1"/>
              </a:solidFill>
              <a:latin typeface="Calibri"/>
              <a:ea typeface="Calibri"/>
              <a:cs typeface="Calibri"/>
            </a:endParaRPr>
          </a:p>
        </p:txBody>
      </p:sp>
      <p:sp>
        <p:nvSpPr>
          <p:cNvPr id="163" name="Google Shape;163;p12">
            <a:extLst xmlns:a="http://schemas.openxmlformats.org/drawingml/2006/main">
              <a:ext uri="{FF2B5EF4-FFF2-40B4-BE49-F238E27FC236}">
                <a16:creationId xmlns:a16="http://schemas.microsoft.com/office/drawing/2014/main" id="{22564FB1-E31B-49E7-A07D-A9B231D97C1C}"/>
              </a:ext>
            </a:extLst>
          </p:cNvPr>
          <p:cNvSpPr>
            <a:spLocks xmlns:a="http://schemas.openxmlformats.org/drawingml/2006/main" noGrp="1"/>
          </p:cNvSpPr>
          <p:nvPr/>
        </p:nvSpPr>
        <p:spPr>
          <a:xfrm xmlns:a="http://schemas.openxmlformats.org/drawingml/2006/main">
            <a:off x="777240" y="5897880"/>
            <a:ext cx="1060704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63637E"/>
              </a:buClr>
              <a:buSzPts val="1100"/>
              <a:buFont typeface="Calibri"/>
              <a:buNone/>
            </a:pPr>
            <a:r>
              <a:rPr sz="1100" b="0" i="0" u="none" cap="none">
                <a:solidFill>
                  <a:srgbClr val="63637E"/>
                </a:solidFill>
                <a:latin typeface="Calibri"/>
                <a:ea typeface="Calibri"/>
                <a:cs typeface="Calibri"/>
              </a:rPr>
              <a:t>Organised by the Language AI Team and the PRISM Team, Samsung R&amp;D Institute India</a:t>
            </a:r>
            <a:endParaRPr sz="1100" b="0" i="0" u="none" cap="none">
              <a:solidFill>
                <a:schemeClr val="dk1"/>
              </a:solidFill>
              <a:latin typeface="Calibri"/>
              <a:ea typeface="Calibri"/>
              <a:cs typeface="Calibri"/>
            </a:endParaRPr>
          </a:p>
        </p:txBody>
      </p:sp>
      <p:sp>
        <p:nvSpPr>
          <p:cNvPr id="164" name="">
            <a:extLst xmlns:a="http://schemas.openxmlformats.org/drawingml/2006/main">
              <a:ext uri="{FF2B5EF4-FFF2-40B4-BE49-F238E27FC236}">
                <a16:creationId xmlns:a16="http://schemas.microsoft.com/office/drawing/2014/main" id="{D82FC1C3-2DB1-4088-A287-0119068D4B23}"/>
              </a:ext>
            </a:extLst>
          </p:cNvPr>
          <p:cNvSpPr>
            <a:spLocks xmlns:a="http://schemas.openxmlformats.org/drawingml/2006/main" noGrp="1"/>
          </p:cNvSpPr>
          <p:nvPr/>
        </p:nvSpPr>
        <p:spPr>
          <a:xfrm xmlns:a="http://schemas.openxmlformats.org/drawingml/2006/main">
            <a:off x="1047750" y="4714875"/>
            <a:ext cx="904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025" b="0">
                <a:solidFill>
                  <a:srgbClr val="70509B"/>
                </a:solidFill>
                <a:latin typeface="Arial"/>
                <a:ea typeface="Arial"/>
                <a:cs typeface="Arial"/>
              </a:defRPr>
            </a:pPr>
            <a:r>
              <a:rPr sz="2025" b="0">
                <a:solidFill>
                  <a:srgbClr val="70509B"/>
                </a:solidFill>
                <a:latin typeface="Arial"/>
                <a:ea typeface="Arial"/>
                <a:cs typeface="Arial"/>
              </a:rPr>
              <a:t>CodeDoctor  /  VITV  /  Doctors</a:t>
            </a:r>
          </a:p>
        </p:txBody>
      </p:sp>
    </p:spTree>
    <p:extLst>
      <p:ext uri="{BB962C8B-B14F-4D97-AF65-F5344CB8AC3E}">
        <p14:creationId xmlns:p14="http://schemas.microsoft.com/office/powerpoint/2010/main" val="286322684"/>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2026-10-01T07:58:52.8300000Z</dcterms:created>
  <dcterms:modified xsi:type="dcterms:W3CDTF">2026-10-01T07:58:52.8300000Z</dcterms:modified>
</coreProperties>
</file>