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f8140d4ffa4148" /><Relationship Type="http://schemas.openxmlformats.org/officeDocument/2006/relationships/extended-properties" Target="/docProps/app.xml" Id="R510360de3b134a84" /><Relationship Type="http://schemas.openxmlformats.org/officeDocument/2006/relationships/officeDocument" Target="/ppt/presentation.xml" Id="Re5b8485dba4a4f2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eb24b4a2a94298"/>
  </p:sldMasterIdLst>
  <p:notesMasterIdLst>
    <p:notesMasterId xmlns:r="http://schemas.openxmlformats.org/officeDocument/2006/relationships" r:id="R96dfda3d99d240aa"/>
  </p:notesMasterIdLst>
  <p:sldIdLst>
    <p:sldId xmlns:r="http://schemas.openxmlformats.org/officeDocument/2006/relationships" id="256" r:id="R324ad3f864f444d2"/>
    <p:sldId xmlns:r="http://schemas.openxmlformats.org/officeDocument/2006/relationships" id="257" r:id="Rbd6a9117e27947f5"/>
    <p:sldId xmlns:r="http://schemas.openxmlformats.org/officeDocument/2006/relationships" id="258" r:id="R284e800ee7c84219"/>
    <p:sldId xmlns:r="http://schemas.openxmlformats.org/officeDocument/2006/relationships" id="259" r:id="Rf7b9c92e18b94589"/>
    <p:sldId xmlns:r="http://schemas.openxmlformats.org/officeDocument/2006/relationships" id="260" r:id="Rf105e10207b04873"/>
    <p:sldId xmlns:r="http://schemas.openxmlformats.org/officeDocument/2006/relationships" id="261" r:id="R0672ca9e1c344a27"/>
    <p:sldId xmlns:r="http://schemas.openxmlformats.org/officeDocument/2006/relationships" id="262" r:id="Re0034dbbb6fd4051"/>
    <p:sldId xmlns:r="http://schemas.openxmlformats.org/officeDocument/2006/relationships" id="263" r:id="Ra1c8beabd45f47d4"/>
    <p:sldId xmlns:r="http://schemas.openxmlformats.org/officeDocument/2006/relationships" id="264" r:id="Recb3ae13d61c43b1"/>
    <p:sldId xmlns:r="http://schemas.openxmlformats.org/officeDocument/2006/relationships" id="265" r:id="R8521ee9b008b4a7e"/>
    <p:sldId xmlns:r="http://schemas.openxmlformats.org/officeDocument/2006/relationships" id="266" r:id="R7f99777725e54d53"/>
    <p:sldId xmlns:r="http://schemas.openxmlformats.org/officeDocument/2006/relationships" id="267" r:id="Re7a4fa3d225f41c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3fe31077f04de7" /><Relationship Type="http://schemas.openxmlformats.org/officeDocument/2006/relationships/slideMaster" Target="/ppt/slideMasters/slideMaster1.xml" Id="Rd3eb24b4a2a94298" /><Relationship Type="http://schemas.openxmlformats.org/officeDocument/2006/relationships/notesMaster" Target="/ppt/notesMasters/notesMaster1.xml" Id="R96dfda3d99d240aa" /><Relationship Type="http://schemas.openxmlformats.org/officeDocument/2006/relationships/presProps" Target="/ppt/presProps.xml" Id="R9f8afc7bd4a04827" /><Relationship Type="http://schemas.openxmlformats.org/officeDocument/2006/relationships/tableStyles" Target="/ppt/tableStyles.xml" Id="Re2aaaf011e314499" /><Relationship Type="http://schemas.openxmlformats.org/officeDocument/2006/relationships/slide" Target="/ppt/slides/slide1.xml" Id="R324ad3f864f444d2" /><Relationship Type="http://schemas.openxmlformats.org/officeDocument/2006/relationships/slide" Target="/ppt/slides/slide2.xml" Id="Rbd6a9117e27947f5" /><Relationship Type="http://schemas.openxmlformats.org/officeDocument/2006/relationships/slide" Target="/ppt/slides/slide3.xml" Id="R284e800ee7c84219" /><Relationship Type="http://schemas.openxmlformats.org/officeDocument/2006/relationships/slide" Target="/ppt/slides/slide4.xml" Id="Rf7b9c92e18b94589" /><Relationship Type="http://schemas.openxmlformats.org/officeDocument/2006/relationships/slide" Target="/ppt/slides/slide5.xml" Id="Rf105e10207b04873" /><Relationship Type="http://schemas.openxmlformats.org/officeDocument/2006/relationships/slide" Target="/ppt/slides/slide6.xml" Id="R0672ca9e1c344a27" /><Relationship Type="http://schemas.openxmlformats.org/officeDocument/2006/relationships/slide" Target="/ppt/slides/slide7.xml" Id="Re0034dbbb6fd4051" /><Relationship Type="http://schemas.openxmlformats.org/officeDocument/2006/relationships/slide" Target="/ppt/slides/slide8.xml" Id="Ra1c8beabd45f47d4" /><Relationship Type="http://schemas.openxmlformats.org/officeDocument/2006/relationships/slide" Target="/ppt/slides/slide9.xml" Id="Recb3ae13d61c43b1" /><Relationship Type="http://schemas.openxmlformats.org/officeDocument/2006/relationships/slide" Target="/ppt/slides/slide10.xml" Id="R8521ee9b008b4a7e" /><Relationship Type="http://schemas.openxmlformats.org/officeDocument/2006/relationships/slide" Target="/ppt/slides/slide11.xml" Id="R7f99777725e54d53" /><Relationship Type="http://schemas.openxmlformats.org/officeDocument/2006/relationships/slide" Target="/ppt/slides/slide12.xml" Id="Re7a4fa3d225f41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b778686918d4b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1f87b73eeb4cfb" /><Relationship Type="http://schemas.openxmlformats.org/officeDocument/2006/relationships/notesMaster" Target="/ppt/notesMasters/notesMaster1.xml" Id="Rc1d6013c966f4b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18670887824b9a" /><Relationship Type="http://schemas.openxmlformats.org/officeDocument/2006/relationships/notesMaster" Target="/ppt/notesMasters/notesMaster1.xml" Id="Rb6890d6a71c74a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f2d080c5eb44d6" /><Relationship Type="http://schemas.openxmlformats.org/officeDocument/2006/relationships/notesMaster" Target="/ppt/notesMasters/notesMaster1.xml" Id="R46e62760cd2a4b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0708756c6bb44db" /><Relationship Type="http://schemas.openxmlformats.org/officeDocument/2006/relationships/notesMaster" Target="/ppt/notesMasters/notesMaster1.xml" Id="R2900c3bdc1734f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b6c18cd6e04c57" /><Relationship Type="http://schemas.openxmlformats.org/officeDocument/2006/relationships/notesMaster" Target="/ppt/notesMasters/notesMaster1.xml" Id="R34cd9b44058244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c4ca8e6e704e6e" /><Relationship Type="http://schemas.openxmlformats.org/officeDocument/2006/relationships/notesMaster" Target="/ppt/notesMasters/notesMaster1.xml" Id="R8f7a16a2c35445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cbbf292bc842c9" /><Relationship Type="http://schemas.openxmlformats.org/officeDocument/2006/relationships/notesMaster" Target="/ppt/notesMasters/notesMaster1.xml" Id="R365d038b165b4e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c21a488015416e" /><Relationship Type="http://schemas.openxmlformats.org/officeDocument/2006/relationships/notesMaster" Target="/ppt/notesMasters/notesMaster1.xml" Id="Rf085b54795c343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535d9b9fbb43da" /><Relationship Type="http://schemas.openxmlformats.org/officeDocument/2006/relationships/notesMaster" Target="/ppt/notesMasters/notesMaster1.xml" Id="R903c2cc385d0416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c12b98aeb348d2" /><Relationship Type="http://schemas.openxmlformats.org/officeDocument/2006/relationships/notesMaster" Target="/ppt/notesMasters/notesMaster1.xml" Id="R7fbff66f1ee044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41b44dd279241b0" /><Relationship Type="http://schemas.openxmlformats.org/officeDocument/2006/relationships/notesMaster" Target="/ppt/notesMasters/notesMaster1.xml" Id="Rae4bd70f0b24481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27bac62b4fd46b7" /><Relationship Type="http://schemas.openxmlformats.org/officeDocument/2006/relationships/notesMaster" Target="/ppt/notesMasters/notesMaster1.xml" Id="Rf423fb4c7ec048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a00cc17d0b404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958da57e04463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fd4a6608d941d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53827eba37417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2f0e8686c04b2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d0a82c8339434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226dd1b6234f5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438a166cee465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aa59bd05f4426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59ecd608a440f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cbefd1b32b4f72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c88121181646f5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15">
            <a:extLst xmlns:a="http://schemas.openxmlformats.org/drawingml/2006/main">
              <a:ext uri="{FF2B5EF4-FFF2-40B4-BE49-F238E27FC236}">
                <a16:creationId xmlns:a16="http://schemas.microsoft.com/office/drawing/2014/main" id="{3AE24870-0A53-4656-9AF4-46BF714E59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15">
            <a:extLst xmlns:a="http://schemas.openxmlformats.org/drawingml/2006/main">
              <a:ext uri="{FF2B5EF4-FFF2-40B4-BE49-F238E27FC236}">
                <a16:creationId xmlns:a16="http://schemas.microsoft.com/office/drawing/2014/main" id="{0E255623-DD2D-4B13-9E6E-60F0372907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9" name="Google Shape;19;p15">
            <a:extLst xmlns:a="http://schemas.openxmlformats.org/drawingml/2006/main">
              <a:ext uri="{FF2B5EF4-FFF2-40B4-BE49-F238E27FC236}">
                <a16:creationId xmlns:a16="http://schemas.microsoft.com/office/drawing/2014/main" id="{8A938460-7B78-41CC-A18F-CA1655BAD9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0" name="Google Shape;20;p15">
            <a:extLst xmlns:a="http://schemas.openxmlformats.org/drawingml/2006/main">
              <a:ext uri="{FF2B5EF4-FFF2-40B4-BE49-F238E27FC236}">
                <a16:creationId xmlns:a16="http://schemas.microsoft.com/office/drawing/2014/main" id="{AEEB8DE7-B1FB-4660-8E62-FABF3E8B9F6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1" name="Google Shape;21;p15">
            <a:extLst xmlns:a="http://schemas.openxmlformats.org/drawingml/2006/main">
              <a:ext uri="{FF2B5EF4-FFF2-40B4-BE49-F238E27FC236}">
                <a16:creationId xmlns:a16="http://schemas.microsoft.com/office/drawing/2014/main" id="{2259B17A-8503-4491-9902-663754F598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Google Shape;23;p16">
            <a:extLst xmlns:a="http://schemas.openxmlformats.org/drawingml/2006/main">
              <a:ext uri="{FF2B5EF4-FFF2-40B4-BE49-F238E27FC236}">
                <a16:creationId xmlns:a16="http://schemas.microsoft.com/office/drawing/2014/main" id="{52FFEBC4-778B-4FB0-8646-478964EB271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4" name="Google Shape;24;p16">
            <a:extLst xmlns:a="http://schemas.openxmlformats.org/drawingml/2006/main">
              <a:ext uri="{FF2B5EF4-FFF2-40B4-BE49-F238E27FC236}">
                <a16:creationId xmlns:a16="http://schemas.microsoft.com/office/drawing/2014/main" id="{E09C784E-7A63-4FE2-B1F0-1290CAFCBA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25" name="Google Shape;25;p16">
            <a:extLst xmlns:a="http://schemas.openxmlformats.org/drawingml/2006/main">
              <a:ext uri="{FF2B5EF4-FFF2-40B4-BE49-F238E27FC236}">
                <a16:creationId xmlns:a16="http://schemas.microsoft.com/office/drawing/2014/main" id="{CA20F213-CD5A-432F-A9F7-223E27EBB5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6" name="Google Shape;26;p16">
            <a:extLst xmlns:a="http://schemas.openxmlformats.org/drawingml/2006/main">
              <a:ext uri="{FF2B5EF4-FFF2-40B4-BE49-F238E27FC236}">
                <a16:creationId xmlns:a16="http://schemas.microsoft.com/office/drawing/2014/main" id="{6F419160-C7A8-4468-A586-F2B0B501DB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16">
            <a:extLst xmlns:a="http://schemas.openxmlformats.org/drawingml/2006/main">
              <a:ext uri="{FF2B5EF4-FFF2-40B4-BE49-F238E27FC236}">
                <a16:creationId xmlns:a16="http://schemas.microsoft.com/office/drawing/2014/main" id="{BEBF04F7-FAF7-491F-812E-242CD61053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17">
            <a:extLst xmlns:a="http://schemas.openxmlformats.org/drawingml/2006/main">
              <a:ext uri="{FF2B5EF4-FFF2-40B4-BE49-F238E27FC236}">
                <a16:creationId xmlns:a16="http://schemas.microsoft.com/office/drawing/2014/main" id="{4FC00E97-43A1-4E89-AFD3-F9AB513279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0" name="Google Shape;30;p17">
            <a:extLst xmlns:a="http://schemas.openxmlformats.org/drawingml/2006/main">
              <a:ext uri="{FF2B5EF4-FFF2-40B4-BE49-F238E27FC236}">
                <a16:creationId xmlns:a16="http://schemas.microsoft.com/office/drawing/2014/main" id="{6EE6FE0E-34FE-48CC-9F1C-E84A5BCA18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1" name="Google Shape;31;p17">
            <a:extLst xmlns:a="http://schemas.openxmlformats.org/drawingml/2006/main">
              <a:ext uri="{FF2B5EF4-FFF2-40B4-BE49-F238E27FC236}">
                <a16:creationId xmlns:a16="http://schemas.microsoft.com/office/drawing/2014/main" id="{85086AC3-1889-4258-9E9C-7BFAD70A296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17">
            <a:extLst xmlns:a="http://schemas.openxmlformats.org/drawingml/2006/main">
              <a:ext uri="{FF2B5EF4-FFF2-40B4-BE49-F238E27FC236}">
                <a16:creationId xmlns:a16="http://schemas.microsoft.com/office/drawing/2014/main" id="{89D7EDBB-5441-45FB-9762-80A2307F38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3" name="Google Shape;33;p17">
            <a:extLst xmlns:a="http://schemas.openxmlformats.org/drawingml/2006/main">
              <a:ext uri="{FF2B5EF4-FFF2-40B4-BE49-F238E27FC236}">
                <a16:creationId xmlns:a16="http://schemas.microsoft.com/office/drawing/2014/main" id="{CBC87D2E-B299-4E39-ADB2-6B70FA3713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18">
            <a:extLst xmlns:a="http://schemas.openxmlformats.org/drawingml/2006/main">
              <a:ext uri="{FF2B5EF4-FFF2-40B4-BE49-F238E27FC236}">
                <a16:creationId xmlns:a16="http://schemas.microsoft.com/office/drawing/2014/main" id="{4B1B963D-7813-43E4-8BBF-D4AF6FAAA8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6" name="Google Shape;36;p18">
            <a:extLst xmlns:a="http://schemas.openxmlformats.org/drawingml/2006/main">
              <a:ext uri="{FF2B5EF4-FFF2-40B4-BE49-F238E27FC236}">
                <a16:creationId xmlns:a16="http://schemas.microsoft.com/office/drawing/2014/main" id="{99457EF7-FBC6-4D00-9A72-9B93EDFD7E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7" name="Google Shape;37;p18">
            <a:extLst xmlns:a="http://schemas.openxmlformats.org/drawingml/2006/main">
              <a:ext uri="{FF2B5EF4-FFF2-40B4-BE49-F238E27FC236}">
                <a16:creationId xmlns:a16="http://schemas.microsoft.com/office/drawing/2014/main" id="{CEA49C5D-3C00-45D1-9F51-5B90A343EEA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8" name="Google Shape;38;p18">
            <a:extLst xmlns:a="http://schemas.openxmlformats.org/drawingml/2006/main">
              <a:ext uri="{FF2B5EF4-FFF2-40B4-BE49-F238E27FC236}">
                <a16:creationId xmlns:a16="http://schemas.microsoft.com/office/drawing/2014/main" id="{36EF4537-9D6B-40FA-8791-A21167CD00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9" name="Google Shape;39;p18">
            <a:extLst xmlns:a="http://schemas.openxmlformats.org/drawingml/2006/main">
              <a:ext uri="{FF2B5EF4-FFF2-40B4-BE49-F238E27FC236}">
                <a16:creationId xmlns:a16="http://schemas.microsoft.com/office/drawing/2014/main" id="{70A5FC39-A269-43CD-8C0F-D380AE9405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0" name="Google Shape;40;p18">
            <a:extLst xmlns:a="http://schemas.openxmlformats.org/drawingml/2006/main">
              <a:ext uri="{FF2B5EF4-FFF2-40B4-BE49-F238E27FC236}">
                <a16:creationId xmlns:a16="http://schemas.microsoft.com/office/drawing/2014/main" id="{7DB794F9-C973-4929-B38C-1F1E3AD64FA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9">
            <a:extLst xmlns:a="http://schemas.openxmlformats.org/drawingml/2006/main">
              <a:ext uri="{FF2B5EF4-FFF2-40B4-BE49-F238E27FC236}">
                <a16:creationId xmlns:a16="http://schemas.microsoft.com/office/drawing/2014/main" id="{72260F78-53B9-4D34-B547-1ACA5914E5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3" name="Google Shape;43;p19">
            <a:extLst xmlns:a="http://schemas.openxmlformats.org/drawingml/2006/main">
              <a:ext uri="{FF2B5EF4-FFF2-40B4-BE49-F238E27FC236}">
                <a16:creationId xmlns:a16="http://schemas.microsoft.com/office/drawing/2014/main" id="{326AAFDE-1A85-45B5-B0BD-B6365EDA44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4" name="Google Shape;44;p19">
            <a:extLst xmlns:a="http://schemas.openxmlformats.org/drawingml/2006/main">
              <a:ext uri="{FF2B5EF4-FFF2-40B4-BE49-F238E27FC236}">
                <a16:creationId xmlns:a16="http://schemas.microsoft.com/office/drawing/2014/main" id="{F35FF449-F5FE-4B18-870F-936DB3736B0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5" name="Google Shape;45;p19">
            <a:extLst xmlns:a="http://schemas.openxmlformats.org/drawingml/2006/main">
              <a:ext uri="{FF2B5EF4-FFF2-40B4-BE49-F238E27FC236}">
                <a16:creationId xmlns:a16="http://schemas.microsoft.com/office/drawing/2014/main" id="{E681E301-F66D-431F-9D98-E5522BB188E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6" name="Google Shape;46;p19">
            <a:extLst xmlns:a="http://schemas.openxmlformats.org/drawingml/2006/main">
              <a:ext uri="{FF2B5EF4-FFF2-40B4-BE49-F238E27FC236}">
                <a16:creationId xmlns:a16="http://schemas.microsoft.com/office/drawing/2014/main" id="{4726D11B-896F-4F02-8EB9-20F06C9862A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7" name="Google Shape;47;p19">
            <a:extLst xmlns:a="http://schemas.openxmlformats.org/drawingml/2006/main">
              <a:ext uri="{FF2B5EF4-FFF2-40B4-BE49-F238E27FC236}">
                <a16:creationId xmlns:a16="http://schemas.microsoft.com/office/drawing/2014/main" id="{04B0D013-6F46-40E4-8C31-6DA4E740AF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19">
            <a:extLst xmlns:a="http://schemas.openxmlformats.org/drawingml/2006/main">
              <a:ext uri="{FF2B5EF4-FFF2-40B4-BE49-F238E27FC236}">
                <a16:creationId xmlns:a16="http://schemas.microsoft.com/office/drawing/2014/main" id="{4C96E315-8E80-497D-B916-64A4FE8FFD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9" name="Google Shape;49;p19">
            <a:extLst xmlns:a="http://schemas.openxmlformats.org/drawingml/2006/main">
              <a:ext uri="{FF2B5EF4-FFF2-40B4-BE49-F238E27FC236}">
                <a16:creationId xmlns:a16="http://schemas.microsoft.com/office/drawing/2014/main" id="{D695BC4C-8733-4FC3-9FD5-07BF27E236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20">
            <a:extLst xmlns:a="http://schemas.openxmlformats.org/drawingml/2006/main">
              <a:ext uri="{FF2B5EF4-FFF2-40B4-BE49-F238E27FC236}">
                <a16:creationId xmlns:a16="http://schemas.microsoft.com/office/drawing/2014/main" id="{9AF3A207-8F1B-4022-A860-7B717A2D65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20">
            <a:extLst xmlns:a="http://schemas.openxmlformats.org/drawingml/2006/main">
              <a:ext uri="{FF2B5EF4-FFF2-40B4-BE49-F238E27FC236}">
                <a16:creationId xmlns:a16="http://schemas.microsoft.com/office/drawing/2014/main" id="{BDCC50B3-A10E-4F0B-BB3C-266D26EC08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20">
            <a:extLst xmlns:a="http://schemas.openxmlformats.org/drawingml/2006/main">
              <a:ext uri="{FF2B5EF4-FFF2-40B4-BE49-F238E27FC236}">
                <a16:creationId xmlns:a16="http://schemas.microsoft.com/office/drawing/2014/main" id="{4595313A-2E2B-411C-BEBE-A54022BC73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4" name="Google Shape;54;p20">
            <a:extLst xmlns:a="http://schemas.openxmlformats.org/drawingml/2006/main">
              <a:ext uri="{FF2B5EF4-FFF2-40B4-BE49-F238E27FC236}">
                <a16:creationId xmlns:a16="http://schemas.microsoft.com/office/drawing/2014/main" id="{20E008DA-8AAF-4CE4-A7FB-75D01D6086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Google Shape;56;p21">
            <a:extLst xmlns:a="http://schemas.openxmlformats.org/drawingml/2006/main">
              <a:ext uri="{FF2B5EF4-FFF2-40B4-BE49-F238E27FC236}">
                <a16:creationId xmlns:a16="http://schemas.microsoft.com/office/drawing/2014/main" id="{987335C5-84E6-4E18-AD96-A3F3FF5A54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7" name="Google Shape;57;p21">
            <a:extLst xmlns:a="http://schemas.openxmlformats.org/drawingml/2006/main">
              <a:ext uri="{FF2B5EF4-FFF2-40B4-BE49-F238E27FC236}">
                <a16:creationId xmlns:a16="http://schemas.microsoft.com/office/drawing/2014/main" id="{69484FB6-9D36-4D87-956C-A6D439B0416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8" name="Google Shape;58;p21">
            <a:extLst xmlns:a="http://schemas.openxmlformats.org/drawingml/2006/main">
              <a:ext uri="{FF2B5EF4-FFF2-40B4-BE49-F238E27FC236}">
                <a16:creationId xmlns:a16="http://schemas.microsoft.com/office/drawing/2014/main" id="{2CA77C51-3332-495A-9444-85126A73F5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22">
            <a:extLst xmlns:a="http://schemas.openxmlformats.org/drawingml/2006/main">
              <a:ext uri="{FF2B5EF4-FFF2-40B4-BE49-F238E27FC236}">
                <a16:creationId xmlns:a16="http://schemas.microsoft.com/office/drawing/2014/main" id="{276B1735-16B1-4FD6-815A-FF473FDA27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1" name="Google Shape;61;p22">
            <a:extLst xmlns:a="http://schemas.openxmlformats.org/drawingml/2006/main">
              <a:ext uri="{FF2B5EF4-FFF2-40B4-BE49-F238E27FC236}">
                <a16:creationId xmlns:a16="http://schemas.microsoft.com/office/drawing/2014/main" id="{E620926F-99C2-4892-AA45-E8968FABF7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/>
        </p:txBody>
      </p:sp>
      <p:sp>
        <p:nvSpPr>
          <p:cNvPr id="62" name="Google Shape;62;p22">
            <a:extLst xmlns:a="http://schemas.openxmlformats.org/drawingml/2006/main">
              <a:ext uri="{FF2B5EF4-FFF2-40B4-BE49-F238E27FC236}">
                <a16:creationId xmlns:a16="http://schemas.microsoft.com/office/drawing/2014/main" id="{DF851E49-6D11-4F68-AD43-F633615E343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3" name="Google Shape;63;p22">
            <a:extLst xmlns:a="http://schemas.openxmlformats.org/drawingml/2006/main">
              <a:ext uri="{FF2B5EF4-FFF2-40B4-BE49-F238E27FC236}">
                <a16:creationId xmlns:a16="http://schemas.microsoft.com/office/drawing/2014/main" id="{8E760144-FAFF-41C4-850A-676FEEE570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4" name="Google Shape;64;p22">
            <a:extLst xmlns:a="http://schemas.openxmlformats.org/drawingml/2006/main">
              <a:ext uri="{FF2B5EF4-FFF2-40B4-BE49-F238E27FC236}">
                <a16:creationId xmlns:a16="http://schemas.microsoft.com/office/drawing/2014/main" id="{32A64C0B-BBEA-437C-88F3-A2F8829BD9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5" name="Google Shape;65;p22">
            <a:extLst xmlns:a="http://schemas.openxmlformats.org/drawingml/2006/main">
              <a:ext uri="{FF2B5EF4-FFF2-40B4-BE49-F238E27FC236}">
                <a16:creationId xmlns:a16="http://schemas.microsoft.com/office/drawing/2014/main" id="{A798C5B1-06F0-48CA-A058-6B55182460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23">
            <a:extLst xmlns:a="http://schemas.openxmlformats.org/drawingml/2006/main">
              <a:ext uri="{FF2B5EF4-FFF2-40B4-BE49-F238E27FC236}">
                <a16:creationId xmlns:a16="http://schemas.microsoft.com/office/drawing/2014/main" id="{75E6DC78-2F28-4354-9AB9-3698FBECC1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8" name="Google Shape;68;p23">
            <a:extLst xmlns:a="http://schemas.openxmlformats.org/drawingml/2006/main">
              <a:ext uri="{FF2B5EF4-FFF2-40B4-BE49-F238E27FC236}">
                <a16:creationId xmlns:a16="http://schemas.microsoft.com/office/drawing/2014/main" id="{73844946-4233-493B-A66D-C6B5C555971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9" name="Google Shape;69;p23">
            <a:extLst xmlns:a="http://schemas.openxmlformats.org/drawingml/2006/main">
              <a:ext uri="{FF2B5EF4-FFF2-40B4-BE49-F238E27FC236}">
                <a16:creationId xmlns:a16="http://schemas.microsoft.com/office/drawing/2014/main" id="{C23C22E2-90CB-4EE7-A051-D0CBC86B40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70" name="Google Shape;70;p23">
            <a:extLst xmlns:a="http://schemas.openxmlformats.org/drawingml/2006/main">
              <a:ext uri="{FF2B5EF4-FFF2-40B4-BE49-F238E27FC236}">
                <a16:creationId xmlns:a16="http://schemas.microsoft.com/office/drawing/2014/main" id="{468CF7FE-A4F1-41F7-94F8-298C6FD829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1" name="Google Shape;71;p23">
            <a:extLst xmlns:a="http://schemas.openxmlformats.org/drawingml/2006/main">
              <a:ext uri="{FF2B5EF4-FFF2-40B4-BE49-F238E27FC236}">
                <a16:creationId xmlns:a16="http://schemas.microsoft.com/office/drawing/2014/main" id="{32C8E567-BB43-4CE5-9558-AE5EA0DB30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2" name="Google Shape;72;p23">
            <a:extLst xmlns:a="http://schemas.openxmlformats.org/drawingml/2006/main">
              <a:ext uri="{FF2B5EF4-FFF2-40B4-BE49-F238E27FC236}">
                <a16:creationId xmlns:a16="http://schemas.microsoft.com/office/drawing/2014/main" id="{5AF19D42-DAB9-4B6F-A7D0-31A17F16170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24">
            <a:extLst xmlns:a="http://schemas.openxmlformats.org/drawingml/2006/main">
              <a:ext uri="{FF2B5EF4-FFF2-40B4-BE49-F238E27FC236}">
                <a16:creationId xmlns:a16="http://schemas.microsoft.com/office/drawing/2014/main" id="{FBEB2FF7-5AEB-42F1-9A0F-44A1C26D2B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5" name="Google Shape;75;p24">
            <a:extLst xmlns:a="http://schemas.openxmlformats.org/drawingml/2006/main">
              <a:ext uri="{FF2B5EF4-FFF2-40B4-BE49-F238E27FC236}">
                <a16:creationId xmlns:a16="http://schemas.microsoft.com/office/drawing/2014/main" id="{F5D8932C-4A62-40FC-B518-87E8618FB4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6" name="Google Shape;76;p24">
            <a:extLst xmlns:a="http://schemas.openxmlformats.org/drawingml/2006/main">
              <a:ext uri="{FF2B5EF4-FFF2-40B4-BE49-F238E27FC236}">
                <a16:creationId xmlns:a16="http://schemas.microsoft.com/office/drawing/2014/main" id="{F72F6BF8-DF49-495B-9E67-E7BEDBE7E4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7" name="Google Shape;77;p24">
            <a:extLst xmlns:a="http://schemas.openxmlformats.org/drawingml/2006/main">
              <a:ext uri="{FF2B5EF4-FFF2-40B4-BE49-F238E27FC236}">
                <a16:creationId xmlns:a16="http://schemas.microsoft.com/office/drawing/2014/main" id="{5381A871-4097-47FA-ACD0-11A8F97C4A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8" name="Google Shape;78;p24">
            <a:extLst xmlns:a="http://schemas.openxmlformats.org/drawingml/2006/main">
              <a:ext uri="{FF2B5EF4-FFF2-40B4-BE49-F238E27FC236}">
                <a16:creationId xmlns:a16="http://schemas.microsoft.com/office/drawing/2014/main" id="{6441E9E5-0FA1-4139-9CCC-6C15DE66D3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Google Shape;80;p25">
            <a:extLst xmlns:a="http://schemas.openxmlformats.org/drawingml/2006/main">
              <a:ext uri="{FF2B5EF4-FFF2-40B4-BE49-F238E27FC236}">
                <a16:creationId xmlns:a16="http://schemas.microsoft.com/office/drawing/2014/main" id="{87B2D46C-E1CE-4C0B-9E3F-D987169B1B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81" name="Google Shape;81;p25">
            <a:extLst xmlns:a="http://schemas.openxmlformats.org/drawingml/2006/main">
              <a:ext uri="{FF2B5EF4-FFF2-40B4-BE49-F238E27FC236}">
                <a16:creationId xmlns:a16="http://schemas.microsoft.com/office/drawing/2014/main" id="{471169DE-2503-477E-9936-0DE9D39ABC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82" name="Google Shape;82;p25">
            <a:extLst xmlns:a="http://schemas.openxmlformats.org/drawingml/2006/main">
              <a:ext uri="{FF2B5EF4-FFF2-40B4-BE49-F238E27FC236}">
                <a16:creationId xmlns:a16="http://schemas.microsoft.com/office/drawing/2014/main" id="{BA24F250-0AD1-48B2-924B-939E4B7196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83" name="Google Shape;83;p25">
            <a:extLst xmlns:a="http://schemas.openxmlformats.org/drawingml/2006/main">
              <a:ext uri="{FF2B5EF4-FFF2-40B4-BE49-F238E27FC236}">
                <a16:creationId xmlns:a16="http://schemas.microsoft.com/office/drawing/2014/main" id="{36A1F827-E04B-4074-80E3-C63BC65473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84" name="Google Shape;84;p25">
            <a:extLst xmlns:a="http://schemas.openxmlformats.org/drawingml/2006/main">
              <a:ext uri="{FF2B5EF4-FFF2-40B4-BE49-F238E27FC236}">
                <a16:creationId xmlns:a16="http://schemas.microsoft.com/office/drawing/2014/main" id="{4286900E-92C1-4CF6-B45F-C0706AC485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d6cf15b44941b5" /><Relationship Type="http://schemas.openxmlformats.org/officeDocument/2006/relationships/slideLayout" Target="/ppt/slideLayouts/slideLayout1.xml" Id="R0f3b85a93bc54aa7" /><Relationship Type="http://schemas.openxmlformats.org/officeDocument/2006/relationships/slideLayout" Target="/ppt/slideLayouts/slideLayout2.xml" Id="Rd691f7f5f4a34540" /><Relationship Type="http://schemas.openxmlformats.org/officeDocument/2006/relationships/slideLayout" Target="/ppt/slideLayouts/slideLayout3.xml" Id="R785afac91a494ae7" /><Relationship Type="http://schemas.openxmlformats.org/officeDocument/2006/relationships/slideLayout" Target="/ppt/slideLayouts/slideLayout4.xml" Id="R96fe60d8cd0d45f2" /><Relationship Type="http://schemas.openxmlformats.org/officeDocument/2006/relationships/slideLayout" Target="/ppt/slideLayouts/slideLayout5.xml" Id="Rd6d73571b42b4a9d" /><Relationship Type="http://schemas.openxmlformats.org/officeDocument/2006/relationships/slideLayout" Target="/ppt/slideLayouts/slideLayout6.xml" Id="Rb85cb50498d54cfe" /><Relationship Type="http://schemas.openxmlformats.org/officeDocument/2006/relationships/slideLayout" Target="/ppt/slideLayouts/slideLayout7.xml" Id="R07f52cc1932442ea" /><Relationship Type="http://schemas.openxmlformats.org/officeDocument/2006/relationships/slideLayout" Target="/ppt/slideLayouts/slideLayout8.xml" Id="Re1e708f7c2344535" /><Relationship Type="http://schemas.openxmlformats.org/officeDocument/2006/relationships/slideLayout" Target="/ppt/slideLayouts/slideLayout9.xml" Id="R765696490546487d" /><Relationship Type="http://schemas.openxmlformats.org/officeDocument/2006/relationships/slideLayout" Target="/ppt/slideLayouts/slideLayout10.xml" Id="Raa8bb80050da4c09" /><Relationship Type="http://schemas.openxmlformats.org/officeDocument/2006/relationships/slideLayout" Target="/ppt/slideLayouts/slideLayout11.xml" Id="R8afa67c270384915" /><Relationship Type="http://schemas.openxmlformats.org/officeDocument/2006/relationships/slideLayout" Target="/ppt/slideLayouts/slideLayout12.xml" Id="R937b4e0b2d144953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3">
            <a:extLst xmlns:a="http://schemas.openxmlformats.org/drawingml/2006/main">
              <a:ext uri="{FF2B5EF4-FFF2-40B4-BE49-F238E27FC236}">
                <a16:creationId xmlns:a16="http://schemas.microsoft.com/office/drawing/2014/main" id="{FD0B5D96-23F2-4F33-98F2-82F6C4DEA3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1" name="Google Shape;11;p13">
            <a:extLst xmlns:a="http://schemas.openxmlformats.org/drawingml/2006/main">
              <a:ext uri="{FF2B5EF4-FFF2-40B4-BE49-F238E27FC236}">
                <a16:creationId xmlns:a16="http://schemas.microsoft.com/office/drawing/2014/main" id="{6747732C-209F-4683-9560-4B062402D5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12" name="Google Shape;12;p13">
            <a:extLst xmlns:a="http://schemas.openxmlformats.org/drawingml/2006/main">
              <a:ext uri="{FF2B5EF4-FFF2-40B4-BE49-F238E27FC236}">
                <a16:creationId xmlns:a16="http://schemas.microsoft.com/office/drawing/2014/main" id="{28622E4B-8E89-4A89-A702-9A97D0E037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13" name="Google Shape;13;p13">
            <a:extLst xmlns:a="http://schemas.openxmlformats.org/drawingml/2006/main">
              <a:ext uri="{FF2B5EF4-FFF2-40B4-BE49-F238E27FC236}">
                <a16:creationId xmlns:a16="http://schemas.microsoft.com/office/drawing/2014/main" id="{95388E3E-C63F-4F8A-9D7D-BA3FEACCFA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14" name="Google Shape;14;p13">
            <a:extLst xmlns:a="http://schemas.openxmlformats.org/drawingml/2006/main">
              <a:ext uri="{FF2B5EF4-FFF2-40B4-BE49-F238E27FC236}">
                <a16:creationId xmlns:a16="http://schemas.microsoft.com/office/drawing/2014/main" id="{EF4749A7-D91E-4490-BB65-B84D1BE7A9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b85a93bc54aa7"/>
    <p:sldLayoutId xmlns:r="http://schemas.openxmlformats.org/officeDocument/2006/relationships" id="2147483650" r:id="Rd691f7f5f4a34540"/>
    <p:sldLayoutId xmlns:r="http://schemas.openxmlformats.org/officeDocument/2006/relationships" id="2147483651" r:id="R785afac91a494ae7"/>
    <p:sldLayoutId xmlns:r="http://schemas.openxmlformats.org/officeDocument/2006/relationships" id="2147483652" r:id="R96fe60d8cd0d45f2"/>
    <p:sldLayoutId xmlns:r="http://schemas.openxmlformats.org/officeDocument/2006/relationships" id="2147483653" r:id="Rd6d73571b42b4a9d"/>
    <p:sldLayoutId xmlns:r="http://schemas.openxmlformats.org/officeDocument/2006/relationships" id="2147483654" r:id="Rb85cb50498d54cfe"/>
    <p:sldLayoutId xmlns:r="http://schemas.openxmlformats.org/officeDocument/2006/relationships" id="2147483655" r:id="R07f52cc1932442ea"/>
    <p:sldLayoutId xmlns:r="http://schemas.openxmlformats.org/officeDocument/2006/relationships" id="2147483656" r:id="Re1e708f7c2344535"/>
    <p:sldLayoutId xmlns:r="http://schemas.openxmlformats.org/officeDocument/2006/relationships" id="2147483657" r:id="R765696490546487d"/>
    <p:sldLayoutId xmlns:r="http://schemas.openxmlformats.org/officeDocument/2006/relationships" id="2147483658" r:id="Raa8bb80050da4c09"/>
    <p:sldLayoutId xmlns:r="http://schemas.openxmlformats.org/officeDocument/2006/relationships" id="2147483659" r:id="R8afa67c270384915"/>
    <p:sldLayoutId xmlns:r="http://schemas.openxmlformats.org/officeDocument/2006/relationships" id="2147483660" r:id="R937b4e0b2d144953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936c850734e0d" /><Relationship Type="http://schemas.openxmlformats.org/officeDocument/2006/relationships/image" Target="/ppt/media/image.png" Id="R7fffe6e54bd24135" /><Relationship Type="http://schemas.openxmlformats.org/officeDocument/2006/relationships/hyperlink" Target="https://github.com/krizz711/CodeDoctor-Agentic-Semantic-and-Structural-Intelligence-for-Code-Repositories" TargetMode="External" Id="Ra248d4b428bf4177" /><Relationship Type="http://schemas.openxmlformats.org/officeDocument/2006/relationships/notesSlide" Target="/ppt/notesSlides/notesSlide1.xml" Id="Rf710925aa3a845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1be976e8ee41fd" /><Relationship Type="http://schemas.openxmlformats.org/officeDocument/2006/relationships/notesSlide" Target="/ppt/notesSlides/notesSlide2.xml" Id="Rf7897dad99d741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5ead27d0ac47c5" /><Relationship Type="http://schemas.openxmlformats.org/officeDocument/2006/relationships/notesSlide" Target="/ppt/notesSlides/notesSlide3.xml" Id="Rfde5b43c2059450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89fa65c66f436f" /><Relationship Type="http://schemas.openxmlformats.org/officeDocument/2006/relationships/notesSlide" Target="/ppt/notesSlides/notesSlide4.xml" Id="R77c967b036c945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399825e92d45fe" /><Relationship Type="http://schemas.openxmlformats.org/officeDocument/2006/relationships/notesSlide" Target="/ppt/notesSlides/notesSlide5.xml" Id="Rbb58f9c5e4a841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3c8feb67c945ff" /><Relationship Type="http://schemas.openxmlformats.org/officeDocument/2006/relationships/notesSlide" Target="/ppt/notesSlides/notesSlide6.xml" Id="Reed6528e1442407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e3e29fd12d49b8" /><Relationship Type="http://schemas.openxmlformats.org/officeDocument/2006/relationships/notesSlide" Target="/ppt/notesSlides/notesSlide7.xml" Id="R497f2bfd16d944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e68c57bed54d41" /><Relationship Type="http://schemas.openxmlformats.org/officeDocument/2006/relationships/notesSlide" Target="/ppt/notesSlides/notesSlide8.xml" Id="R5dde8592f89c452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7ce6c6d03b4c30" /><Relationship Type="http://schemas.openxmlformats.org/officeDocument/2006/relationships/notesSlide" Target="/ppt/notesSlides/notesSlide9.xml" Id="R98c1381e01df4e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b4cbaa22f44a70" /><Relationship Type="http://schemas.openxmlformats.org/officeDocument/2006/relationships/notesSlide" Target="/ppt/notesSlides/notesSlide10.xml" Id="Rc663892e9bb94ff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b58c67811347a0" /><Relationship Type="http://schemas.openxmlformats.org/officeDocument/2006/relationships/notesSlide" Target="/ppt/notesSlides/notesSlide11.xml" Id="Rc2a5f84f871146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cb0d16dd934a85" /><Relationship Type="http://schemas.openxmlformats.org/officeDocument/2006/relationships/notesSlide" Target="/ppt/notesSlides/notesSlide12.xml" Id="Re444d5c57d154a9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Google Shape;90;p1">
            <a:extLst xmlns:a="http://schemas.openxmlformats.org/drawingml/2006/main">
              <a:ext uri="{FF2B5EF4-FFF2-40B4-BE49-F238E27FC236}">
                <a16:creationId xmlns:a16="http://schemas.microsoft.com/office/drawing/2014/main" id="{56E129EB-825B-414C-A6A9-1133EC29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6656"/>
            <a:ext cx="2423160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D9D3F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>
            <a:extLst xmlns:a="http://schemas.openxmlformats.org/drawingml/2006/main">
              <a:ext uri="{FF2B5EF4-FFF2-40B4-BE49-F238E27FC236}">
                <a16:creationId xmlns:a16="http://schemas.microsoft.com/office/drawing/2014/main" id="{1BA2AED4-0785-4241-BA22-1189B788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6656"/>
            <a:ext cx="242316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6D28D9"/>
                </a:solidFill>
                <a:latin typeface="Arial"/>
                <a:ea typeface="Arial"/>
                <a:cs typeface="Arial"/>
              </a:rPr>
              <a:t>SAMSUNG PRISM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2" name="Google Shape;92;p1">
            <a:extLst xmlns:a="http://schemas.openxmlformats.org/drawingml/2006/main">
              <a:ext uri="{FF2B5EF4-FFF2-40B4-BE49-F238E27FC236}">
                <a16:creationId xmlns:a16="http://schemas.microsoft.com/office/drawing/2014/main" id="{A2AA3147-1585-45BB-9FC7-2F6C6CB6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207008"/>
            <a:ext cx="612648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sz="5000" b="1" i="0" u="non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Generative AI</a:t>
            </a:r>
            <a:endParaRPr sz="5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3" name="Google Shape;93;p1">
            <a:extLst xmlns:a="http://schemas.openxmlformats.org/drawingml/2006/main">
              <a:ext uri="{FF2B5EF4-FFF2-40B4-BE49-F238E27FC236}">
                <a16:creationId xmlns:a16="http://schemas.microsoft.com/office/drawing/2014/main" id="{0495331C-35BE-4D0C-9DAD-C8421AC7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01952"/>
            <a:ext cx="612648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sz="5000" b="1" i="0" u="none" cap="none">
                <a:solidFill>
                  <a:srgbClr val="6D28D9"/>
                </a:solidFill>
                <a:latin typeface="Arial"/>
                <a:ea typeface="Arial"/>
                <a:cs typeface="Arial"/>
              </a:rPr>
              <a:t>Hackathon</a:t>
            </a:r>
            <a:endParaRPr sz="5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4" name="Google Shape;94;p1">
            <a:extLst xmlns:a="http://schemas.openxmlformats.org/drawingml/2006/main">
              <a:ext uri="{FF2B5EF4-FFF2-40B4-BE49-F238E27FC236}">
                <a16:creationId xmlns:a16="http://schemas.microsoft.com/office/drawing/2014/main" id="{69794424-9ABB-4EA4-B0FA-98A87518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24912"/>
            <a:ext cx="612648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sz="2500" b="1" i="0" u="non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3rd Edition</a:t>
            </a:r>
            <a:r>
              <a:rPr sz="20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  2026 – 27</a:t>
            </a:r>
            <a:endParaRPr sz="25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">
            <a:extLst xmlns:a="http://schemas.openxmlformats.org/drawingml/2006/main">
              <a:ext uri="{FF2B5EF4-FFF2-40B4-BE49-F238E27FC236}">
                <a16:creationId xmlns:a16="http://schemas.microsoft.com/office/drawing/2014/main" id="{7E5389DF-CA7B-4097-93A6-C271A8FF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286125"/>
            <a:ext cx="60007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marR="0" lvl="0" indent="-17780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  <a:defRPr sz="13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 i="0" u="none" cap="none">
                <a:solidFill>
                  <a:srgbClr val="302C3C"/>
                </a:solidFill>
                <a:latin typeface="Arial"/>
                <a:ea typeface="Arial"/>
                <a:cs typeface="Arial"/>
              </a:rPr>
              <a:t>Theme ID - Theme 01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  <a:defRPr sz="13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 i="0" u="none" cap="none">
                <a:solidFill>
                  <a:srgbClr val="302C3C"/>
                </a:solidFill>
                <a:latin typeface="Arial"/>
                <a:ea typeface="Arial"/>
                <a:cs typeface="Arial"/>
              </a:rPr>
              <a:t>Team Name - Doctors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  <a:defRPr sz="13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 i="0" u="none" cap="none">
                <a:solidFill>
                  <a:srgbClr val="302C3C"/>
                </a:solidFill>
                <a:latin typeface="Arial"/>
                <a:ea typeface="Arial"/>
                <a:cs typeface="Arial"/>
              </a:rPr>
              <a:t>College Name - VIT Vellore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  <a:defRPr sz="13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 i="0" u="none" cap="none">
                <a:solidFill>
                  <a:srgbClr val="302C3C"/>
                </a:solidFill>
                <a:latin typeface="Arial"/>
                <a:ea typeface="Arial"/>
                <a:cs typeface="Arial"/>
              </a:rPr>
              <a:t>Manish H. · manish.h2024@vitstudent.ac.in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  <a:defRPr sz="13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 i="0" u="none" cap="none">
                <a:solidFill>
                  <a:srgbClr val="302C3C"/>
                </a:solidFill>
                <a:latin typeface="Arial"/>
                <a:ea typeface="Arial"/>
                <a:cs typeface="Arial"/>
              </a:rPr>
              <a:t>Aryan Sinha · aryan.sinha2024@vitstudent.ac.in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  <a:defRPr sz="13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 i="0" u="none" cap="none">
                <a:solidFill>
                  <a:srgbClr val="302C3C"/>
                </a:solidFill>
                <a:latin typeface="Arial"/>
                <a:ea typeface="Arial"/>
                <a:cs typeface="Arial"/>
              </a:rPr>
              <a:t>Munal Singh · munal.singh2024@vitstudent.ac.in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  <a:defRPr sz="13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 i="0" u="none" cap="none">
                <a:solidFill>
                  <a:srgbClr val="302C3C"/>
                </a:solidFill>
                <a:latin typeface="Arial"/>
                <a:ea typeface="Arial"/>
                <a:cs typeface="Arial"/>
              </a:rPr>
              <a:t>Anshul Singh · anshul.singh2024@vitstudent.ac.in</a:t>
            </a:r>
            <a:endParaRPr/>
          </a:p>
        </p:txBody>
      </p:sp>
      <p:pic>
        <p:nvPicPr>
          <p:cNvPr id="104" name="Google Shape;96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fffe6e54bd2413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059168" y="1051560"/>
            <a:ext cx="4572000" cy="457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14FC5A3-9539-4F59-BCA6-D7E1080B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769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u="sng">
                <a:solidFill>
                  <a:srgbClr val="70509B"/>
                </a:solidFill>
                <a:hlinkClick xmlns:r="http://schemas.openxmlformats.org/officeDocument/2006/relationships" r:id="Ra248d4b428bf4177"/>
              </a:rPr>
              <a:t>Submission GitHub: CodeDoctor repository</a:t>
            </a:r>
          </a:p>
        </p:txBody>
      </p:sp>
    </p:spTree>
    <p:extLst>
      <p:ext uri="{BB962C8B-B14F-4D97-AF65-F5344CB8AC3E}">
        <p14:creationId xmlns:p14="http://schemas.microsoft.com/office/powerpoint/2010/main" val="185619645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2">
            <a:extLst xmlns:a="http://schemas.openxmlformats.org/drawingml/2006/main">
              <a:ext uri="{FF2B5EF4-FFF2-40B4-BE49-F238E27FC236}">
                <a16:creationId xmlns:a16="http://schemas.microsoft.com/office/drawing/2014/main" id="{906946D6-33C9-4DA4-AF15-B6A4AEF02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Theme</a:t>
            </a:r>
            <a:endParaRPr/>
          </a:p>
        </p:txBody>
      </p:sp>
      <p:sp>
        <p:nvSpPr>
          <p:cNvPr id="102" name="Google Shape;102;p2">
            <a:extLst xmlns:a="http://schemas.openxmlformats.org/drawingml/2006/main">
              <a:ext uri="{FF2B5EF4-FFF2-40B4-BE49-F238E27FC236}">
                <a16:creationId xmlns:a16="http://schemas.microsoft.com/office/drawing/2014/main" id="{695E6D77-F8EA-42AB-BD19-CC793DA1BA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Theme 01: Agentic Code Intelligence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Natural-language code retrieval across complex codebases requires semantic understanding and exact structural evidence.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Judge Mandate: Pre/Post-Processing Focus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Evaluated on pre/post-processing innovation with strict CPU-only retrieval (minimal GPU, no external query APIs).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Core Objective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Return ranked, checkable code spans with file/line evidence rather than opaque, unverified generated answers.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Three-Tier Evaluation Goals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P0: CoIR AppsRetrieval benchmark (3,765 test queries / 8,765 docs); P1: Sub-second CPU incremental re-indexing; Bonus: Cross-version variant selection.</a:t>
            </a:r>
          </a:p>
        </p:txBody>
      </p:sp>
    </p:spTree>
    <p:extLst>
      <p:ext uri="{BB962C8B-B14F-4D97-AF65-F5344CB8AC3E}">
        <p14:creationId xmlns:p14="http://schemas.microsoft.com/office/powerpoint/2010/main" val="190800667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7" name="Google Shape;107;p3">
            <a:extLst xmlns:a="http://schemas.openxmlformats.org/drawingml/2006/main">
              <a:ext uri="{FF2B5EF4-FFF2-40B4-BE49-F238E27FC236}">
                <a16:creationId xmlns:a16="http://schemas.microsoft.com/office/drawing/2014/main" id="{40BD9376-ACAF-4602-9261-C2DB943B67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>
            <a:extLst xmlns:a="http://schemas.openxmlformats.org/drawingml/2006/main">
              <a:ext uri="{FF2B5EF4-FFF2-40B4-BE49-F238E27FC236}">
                <a16:creationId xmlns:a16="http://schemas.microsoft.com/office/drawing/2014/main" id="{11FFA01D-2E99-4BC0-A1BC-19A0CEBF99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Lexical vs. Semantic Tradeoff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Keywords (BM25) miss conceptual intent; dense models capture semantics but miss exact identifiers and incur high CPU latency.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Dense CPU Latency Bottleneck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Encoding every query on CPU takes 2-8 seconds; invoking large models or cloud APIs on every query violates hackathon efficiency goals.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Re-Indexing Redundancy in CI/CD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Standard code search engines re-embed full files or the whole repository on every commit, wasting compute on unchanged code.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Context Leakage &amp; Unverified Code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Cross-commit search risks silent fallback to HEAD; text embeddings rank buggy near-misses above working fixes in 67-78% of queries.</a:t>
            </a:r>
          </a:p>
        </p:txBody>
      </p:sp>
    </p:spTree>
    <p:extLst>
      <p:ext uri="{BB962C8B-B14F-4D97-AF65-F5344CB8AC3E}">
        <p14:creationId xmlns:p14="http://schemas.microsoft.com/office/powerpoint/2010/main" val="17053009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3" name="Google Shape;113;p4">
            <a:extLst xmlns:a="http://schemas.openxmlformats.org/drawingml/2006/main">
              <a:ext uri="{FF2B5EF4-FFF2-40B4-BE49-F238E27FC236}">
                <a16:creationId xmlns:a16="http://schemas.microsoft.com/office/drawing/2014/main" id="{8D3A3276-15BA-4F0B-94B6-9C41A278EE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09917" y="266513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>
            <a:extLst xmlns:a="http://schemas.openxmlformats.org/drawingml/2006/main">
              <a:ext uri="{FF2B5EF4-FFF2-40B4-BE49-F238E27FC236}">
                <a16:creationId xmlns:a16="http://schemas.microsoft.com/office/drawing/2014/main" id="{2BD0B821-F052-433A-AF2B-45BC0DCDA1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lvl="0" indent="-50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790ABCDF-EC6D-4C34-957F-61DB2E82F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38300"/>
            <a:ext cx="1051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70509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0509B"/>
                </a:solidFill>
                <a:latin typeface="Arial"/>
                <a:ea typeface="Arial"/>
                <a:cs typeface="Arial"/>
              </a:rPr>
              <a:t>Our Pre/Post-Processing Architecture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B4B78C98-CEA4-40E1-82CB-97EB95D4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FA"/>
          </a:solidFill>
          <a:ln xmlns:a="http://schemas.openxmlformats.org/drawingml/2006/main" w="14288">
            <a:solidFill>
              <a:srgbClr val="7050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CBF00A3D-7393-4A6F-AE21-A9D48CA1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509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70509B"/>
                </a:solidFill>
                <a:latin typeface="Arial"/>
                <a:ea typeface="Arial"/>
                <a:cs typeface="Arial"/>
              </a:rPr>
              <a:t>1. PREPROCESS (Offline)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1D21F1B2-8A2A-4A28-A0FF-9CC592BF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19400"/>
            <a:ext cx="28765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Exact CoIR / repo normalization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Tree-sitter AST statement chunking*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Content-addressed vector cache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Invariant recipe keys (SHA-256)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Incremental diff vector reuse*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F4C168A8-4B35-4575-87BA-BF3ED79C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FA"/>
          </a:solidFill>
          <a:ln xmlns:a="http://schemas.openxmlformats.org/drawingml/2006/main" w="14288">
            <a:solidFill>
              <a:srgbClr val="7050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74AA2FD-A342-4EF9-BDE1-EE8D3F76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00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509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70509B"/>
                </a:solidFill>
                <a:latin typeface="Arial"/>
                <a:ea typeface="Arial"/>
                <a:cs typeface="Arial"/>
              </a:rPr>
              <a:t>2. RETRIEVE (CPU-Only)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B719329-165C-46D4-AB7A-5AD5C4F5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19400"/>
            <a:ext cx="28765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Evidence-gated router (0.4 ms free passes)*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Pinned open-weights F2LLM-v2-1.7B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Top-20 cosine candidate generation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Additive Reciprocal Rank Fusion (k=60)*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Zero-vector attention cap on &gt;6k chars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EE86451-12BC-4E4B-BC96-E7FD97FC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FA"/>
          </a:solidFill>
          <a:ln xmlns:a="http://schemas.openxmlformats.org/drawingml/2006/main" w="14288">
            <a:solidFill>
              <a:srgbClr val="7050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AA04CA57-9A5D-4B25-B176-A953EEA2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00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509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70509B"/>
                </a:solidFill>
                <a:latin typeface="Arial"/>
                <a:ea typeface="Arial"/>
                <a:cs typeface="Arial"/>
              </a:rPr>
              <a:t>3. POSTPROCESS (Dynamic)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1AFD937D-DBA6-4F31-9E55-51695E4E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19400"/>
            <a:ext cx="28765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Multi-layout worked-example parser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Defensive subprocess sandbox (2s timeout)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Behavioral reranking (1e-06 tolerance)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+0.02802 NDCG@10 ablation lift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Lineage variant selection (100% vs 8.3%)*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D2B75A37-880E-4CE1-9F15-FE89C561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33750"/>
            <a:ext cx="3238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0509B"/>
          </a:solidFill>
          <a:ln xmlns:a="http://schemas.openxmlformats.org/drawingml/2006/main" w="0">
            <a:noFill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B6D2DFA3-91AA-4C0E-BE75-4D0C94FE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333750"/>
            <a:ext cx="3238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0509B"/>
          </a:solidFill>
          <a:ln xmlns:a="http://schemas.openxmlformats.org/drawingml/2006/main" w="0">
            <a:noFill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DBEF5D8A-EDEF-4D66-93EC-69DF15E22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0515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* Active in local repository workbench &amp; multi-version intelligence. P0 benchmark executes corpus vectors + behavioral execution reranking. Complies with Samsung CPU-only retrieval &amp; permissible open-weights model guidelines.</a:t>
            </a:r>
          </a:p>
        </p:txBody>
      </p:sp>
    </p:spTree>
    <p:extLst>
      <p:ext uri="{BB962C8B-B14F-4D97-AF65-F5344CB8AC3E}">
        <p14:creationId xmlns:p14="http://schemas.microsoft.com/office/powerpoint/2010/main" val="72669886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5">
            <a:extLst xmlns:a="http://schemas.openxmlformats.org/drawingml/2006/main">
              <a:ext uri="{FF2B5EF4-FFF2-40B4-BE49-F238E27FC236}">
                <a16:creationId xmlns:a16="http://schemas.microsoft.com/office/drawing/2014/main" id="{016F85AB-A368-43E8-B29E-38638B7941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>
            <a:extLst xmlns:a="http://schemas.openxmlformats.org/drawingml/2006/main">
              <a:ext uri="{FF2B5EF4-FFF2-40B4-BE49-F238E27FC236}">
                <a16:creationId xmlns:a16="http://schemas.microsoft.com/office/drawing/2014/main" id="{070D46DE-2DBC-4349-95AB-CE0F41EB49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1. Open &amp; Auto-Index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Open any repository in CodeDoctor workbench; Tree-sitter parses AST chunks and builds the content-addressed index in the background.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2. Multi-Signal Query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Router runs cheap lexical passes first; symbol queries resolve in 0.4 ms, while prose queries escalate to dense semantic retrieval.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3. Edit &amp; Rebuild (P1)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Content-addressed cache re-embeds only modified functions, reusing unchanged vectors in 1.51 s (~68x CPU speedup).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4. Version Verification (Bonus)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Execution sandbox runs candidate variants across git history against worked examples, selecting the working variant with 100% accuracy.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Measured Latencies &amp; Demo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Symbol lookup ≈ 0.4 ms · Cold build ≈ 5.6 s · Incremental update ≈ 1.51 s (Kaggle Xeon). Demo video: https://youtu.be/0k2UUJOp-Tc</a:t>
            </a:r>
          </a:p>
        </p:txBody>
      </p:sp>
    </p:spTree>
    <p:extLst>
      <p:ext uri="{BB962C8B-B14F-4D97-AF65-F5344CB8AC3E}">
        <p14:creationId xmlns:p14="http://schemas.microsoft.com/office/powerpoint/2010/main" val="55794642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Google Shape;125;p6">
            <a:extLst xmlns:a="http://schemas.openxmlformats.org/drawingml/2006/main">
              <a:ext uri="{FF2B5EF4-FFF2-40B4-BE49-F238E27FC236}">
                <a16:creationId xmlns:a16="http://schemas.microsoft.com/office/drawing/2014/main" id="{C5B6EEE0-CBF5-4761-896D-00E3D8CA07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>
            <a:extLst xmlns:a="http://schemas.openxmlformats.org/drawingml/2006/main">
              <a:ext uri="{FF2B5EF4-FFF2-40B4-BE49-F238E27FC236}">
                <a16:creationId xmlns:a16="http://schemas.microsoft.com/office/drawing/2014/main" id="{368C9488-744C-4DE5-9FA4-837A2F601D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Language &amp; Core Engine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Python 3.11+, C++17 core engine (libcodedoctor) for native symbol indexing and graph traversal.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AST &amp; Static Analysis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Tree-sitter (python, javascript, typescript); statement-boundary splitter for functions &gt;80 lines; structural edge extractor.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Retrieval &amp; Fusion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BM25, exact symbol table, dense cosine similarity, Reciprocal Rank Fusion (k=60) with additive component transparency.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Encoders &amp; Vector Cache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codefuse-ai/F2LLM-v2-1.7B (accuracy tier), 0.6B (interactive tier); SQLite content-addressed EmbeddingCache (SHA-256).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Evaluation &amp; Testing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Official MTEB 2.21.0 (cache=None), FastAPI + Uvicorn, 571 automated pytest tests, multi-platform GitHub Actions CI.</a:t>
            </a:r>
          </a:p>
        </p:txBody>
      </p:sp>
    </p:spTree>
    <p:extLst>
      <p:ext uri="{BB962C8B-B14F-4D97-AF65-F5344CB8AC3E}">
        <p14:creationId xmlns:p14="http://schemas.microsoft.com/office/powerpoint/2010/main" val="127237866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3D09B309-26A5-4CB3-8A41-AA92ECB60C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23765700-C17A-403D-992D-E6670996F75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Zero-Context Developer Onboarding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Maps high-level natural-language questions to exact implementation functions and structural call graphs.</a:t>
            </a:r>
          </a:p>
          <a:p xmlns:a="http://schemas.openxmlformats.org/drawingml/2006/main">
            <a:pPr>
              <a:spcAft>
                <a:spcPts val="12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Behavior-Guided Bug &amp; Regression Triage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Worked examples in issue tickets verify whether candidate functions produce expected outputs before code review.</a:t>
            </a:r>
          </a:p>
          <a:p xmlns:a="http://schemas.openxmlformats.org/drawingml/2006/main">
            <a:pPr>
              <a:spcAft>
                <a:spcPts val="12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Real-Time CI/CD Incremental Re-Indexing (P1)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Re-embeds only changed AST chunks on pull requests, updating semantic search in ~1.5 s without blocking workflows.</a:t>
            </a:r>
          </a:p>
          <a:p xmlns:a="http://schemas.openxmlformats.org/drawingml/2006/main">
            <a:pPr>
              <a:spcAft>
                <a:spcPts val="12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Contamination-Free Code Archaeology (Bonus)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Retrieves historical functions from specific git commits without cross-version context leakage or silent fallback to HEAD.</a:t>
            </a:r>
          </a:p>
          <a:p xmlns:a="http://schemas.openxmlformats.org/drawingml/2006/main">
            <a:pPr>
              <a:spcAft>
                <a:spcPts val="12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Trustworthy Developer Tooling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Returns verifiable source code spans with exact file/line evidence rather than uncheckable generative model text.</a:t>
            </a:r>
          </a:p>
        </p:txBody>
      </p:sp>
    </p:spTree>
    <p:extLst>
      <p:ext uri="{BB962C8B-B14F-4D97-AF65-F5344CB8AC3E}">
        <p14:creationId xmlns:p14="http://schemas.microsoft.com/office/powerpoint/2010/main" val="46643406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8">
            <a:extLst xmlns:a="http://schemas.openxmlformats.org/drawingml/2006/main">
              <a:ext uri="{FF2B5EF4-FFF2-40B4-BE49-F238E27FC236}">
                <a16:creationId xmlns:a16="http://schemas.microsoft.com/office/drawing/2014/main" id="{FBCC3269-D4C8-4B31-BEA4-7DD0B022D6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Innovation highlights,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Google Shape;138;p8">
            <a:extLst xmlns:a="http://schemas.openxmlformats.org/drawingml/2006/main">
              <a:ext uri="{FF2B5EF4-FFF2-40B4-BE49-F238E27FC236}">
                <a16:creationId xmlns:a16="http://schemas.microsoft.com/office/drawing/2014/main" id="{18FAD950-12BB-4401-B8D8-6A9CC023EB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100"/>
              </a:spcAft>
              <a:defRPr sz="157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P0 Retrieval Accuracy (CoIR AppsRetrieval Benchmark)  </a:t>
            </a:r>
            <a:r>
              <a:rPr sz="1575">
                <a:solidFill>
                  <a:srgbClr val="302C3C"/>
                </a:solidFill>
                <a:latin typeface="Arial"/>
                <a:ea typeface="Arial"/>
                <a:cs typeface="Arial"/>
              </a:rPr>
              <a:t>NDCG@10: 0.96558 · MRR@10: 0.95857 · Recall@10: 0.98619. Dense baseline: 0.93756; behavioral execution delivers +0.02802 lift (removes 44.9% of residual error).</a:t>
            </a:r>
          </a:p>
          <a:p xmlns:a="http://schemas.openxmlformats.org/drawingml/2006/main">
            <a:pPr>
              <a:spcAft>
                <a:spcPts val="1100"/>
              </a:spcAft>
              <a:defRPr sz="157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P1 Incremental Indexing (Kaggle 4-vCPU Intel Xeon)  </a:t>
            </a:r>
            <a:r>
              <a:rPr sz="1575">
                <a:solidFill>
                  <a:srgbClr val="302C3C"/>
                </a:solidFill>
                <a:latin typeface="Arial"/>
                <a:ea typeface="Arial"/>
                <a:cs typeface="Arial"/>
              </a:rPr>
              <a:t>Full rebuild: 103.4 s (50 chunks) vs. Unchanged update: 1.51 s (50 reused) → ~68x speedup (100% equivalence, min cosine 1.0).</a:t>
            </a:r>
          </a:p>
          <a:p xmlns:a="http://schemas.openxmlformats.org/drawingml/2006/main">
            <a:pPr>
              <a:spcAft>
                <a:spcPts val="1100"/>
              </a:spcAft>
              <a:defRPr sz="157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Bonus Cross-Version Selection (12 Lineages across 3 Versions)  </a:t>
            </a:r>
            <a:r>
              <a:rPr sz="1575">
                <a:solidFill>
                  <a:srgbClr val="302C3C"/>
                </a:solidFill>
                <a:latin typeface="Arial"/>
                <a:ea typeface="Arial"/>
                <a:cs typeface="Arial"/>
              </a:rPr>
              <a:t>100% correct variant selection (1.0) with execution verification vs. 8.33% (0.0833) for raw semantic retrieval (~12x accuracy gain).</a:t>
            </a:r>
          </a:p>
          <a:p xmlns:a="http://schemas.openxmlformats.org/drawingml/2006/main">
            <a:pPr>
              <a:spcAft>
                <a:spcPts val="1100"/>
              </a:spcAft>
              <a:defRPr sz="157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Honest Limitations (Academic Integrity)  </a:t>
            </a:r>
            <a:r>
              <a:rPr sz="1575">
                <a:solidFill>
                  <a:srgbClr val="302C3C"/>
                </a:solidFill>
                <a:latin typeface="Arial"/>
                <a:ea typeface="Arial"/>
                <a:cs typeface="Arial"/>
              </a:rPr>
              <a:t>Passing visible test cases does not prove formal correctness; subprocess limits, not OS hypervisor; APPS pre-training exposure transparently documented.</a:t>
            </a:r>
          </a:p>
        </p:txBody>
      </p:sp>
    </p:spTree>
    <p:extLst>
      <p:ext uri="{BB962C8B-B14F-4D97-AF65-F5344CB8AC3E}">
        <p14:creationId xmlns:p14="http://schemas.microsoft.com/office/powerpoint/2010/main" val="24288320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D0B2E542-30EC-4AEF-A505-83876F6D8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What’s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57F23462-A9B7-4DBD-B83D-D91449CE61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Unseen Python Evaluation Readiness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Generalize execution verification to arbitrary test runners (pytest, unittest) for the judges' unreleased dataset.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Sub-200ms CPU Retrieval (INT8 / ONNX)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Implement static integer quantization and ONNX Runtime CPU execution to eliminate dense latency with zero GPU dependence.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MicroVM Execution Sandboxing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Migrate from OS-level subprocess limits to Firecracker / gVisor microVMs for secure, multi-tenant repository code execution.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Cross-File Structural Call Graphs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Deepen static analysis with whole-repository points-to analysis and cross-module import tracking across monorepos.</a:t>
            </a:r>
          </a:p>
        </p:txBody>
      </p:sp>
    </p:spTree>
    <p:extLst>
      <p:ext uri="{BB962C8B-B14F-4D97-AF65-F5344CB8AC3E}">
        <p14:creationId xmlns:p14="http://schemas.microsoft.com/office/powerpoint/2010/main" val="206686538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10">
            <a:extLst xmlns:a="http://schemas.openxmlformats.org/drawingml/2006/main">
              <a:ext uri="{FF2B5EF4-FFF2-40B4-BE49-F238E27FC236}">
                <a16:creationId xmlns:a16="http://schemas.microsoft.com/office/drawing/2014/main" id="{1B130D28-8579-4DC4-8738-2567EE4B9C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Brownie points slide( differentiation)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50" name="Google Shape;150;p10">
            <a:extLst xmlns:a="http://schemas.openxmlformats.org/drawingml/2006/main">
              <a:ext uri="{FF2B5EF4-FFF2-40B4-BE49-F238E27FC236}">
                <a16:creationId xmlns:a16="http://schemas.microsoft.com/office/drawing/2014/main" id="{A805DDF1-28D7-4E2C-BC1D-411D99ADFF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Agentic Multi-Signal Routing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Cheap lexical and symbol passes resolve simple queries in 0.4 ms; expensive dense inference is invoked only when semantic reasoning is required.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Behavioral Post-Processing Verification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Validates candidate code semantics via executable test cases, solving near-miss ranking where text embeddings fail.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Content-Addressed Vector Cache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Vectors are keyed on chunk hash and encoder recipe—immune to file renames, line shifts, and directory reorganization.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Strict Version Provenance &amp; Lineage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Groups evolving snippets using 5-shingles and Jaccard clustering, ranking working variants first across Git history.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Academic Research Integrity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Preserved negative results (learned reranker failed bootstrap gate, so it was rejected); enforced cache=None in official MTEB runs.</a:t>
            </a:r>
          </a:p>
        </p:txBody>
      </p:sp>
    </p:spTree>
    <p:extLst>
      <p:ext uri="{BB962C8B-B14F-4D97-AF65-F5344CB8AC3E}">
        <p14:creationId xmlns:p14="http://schemas.microsoft.com/office/powerpoint/2010/main" val="124827769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11">
            <a:extLst xmlns:a="http://schemas.openxmlformats.org/drawingml/2006/main">
              <a:ext uri="{FF2B5EF4-FFF2-40B4-BE49-F238E27FC236}">
                <a16:creationId xmlns:a16="http://schemas.microsoft.com/office/drawing/2014/main" id="{260B98E6-1A84-4DC5-A86E-563433B1CA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Checklist - Submission materials</a:t>
            </a:r>
            <a:endParaRPr/>
          </a:p>
        </p:txBody>
      </p:sp>
      <p:sp>
        <p:nvSpPr>
          <p:cNvPr id="156" name="Google Shape;156;p11">
            <a:extLst xmlns:a="http://schemas.openxmlformats.org/drawingml/2006/main">
              <a:ext uri="{FF2B5EF4-FFF2-40B4-BE49-F238E27FC236}">
                <a16:creationId xmlns:a16="http://schemas.microsoft.com/office/drawing/2014/main" id="{5D24E8F1-8B77-4563-B7ED-4F9CD3C42C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[x] Working Prototype Source Code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Full source code merged on main (commit 2024ca1) with reproducible setup instructions and 571 passing tests.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[x] Requirements Files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Both requirement.txt (singular, checklist compliant) and requirements-submission.txt pinned and verified.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[x] Presentation Deck &amp; PDF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Completed 12-slide presentation (VITV_Doctors_Submission.pptx) and matching PDF (VITV_Doctors_Submission.pdf).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[x] AI Disclosure &amp; Official Release Tag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Official LangAI3.0_AI_Disclosure.docx completed; released under tag PRISM_GENAI_HACKATHON_Y2026 with MTEB results.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[x] Product Demo Video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5-minute product walkthrough video recorded: https://youtu.be/0k2UUJOp-Tc (linked in README.md &amp; release assets).</a:t>
            </a:r>
          </a:p>
        </p:txBody>
      </p:sp>
    </p:spTree>
    <p:extLst>
      <p:ext uri="{BB962C8B-B14F-4D97-AF65-F5344CB8AC3E}">
        <p14:creationId xmlns:p14="http://schemas.microsoft.com/office/powerpoint/2010/main" val="156398511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2" name="Google Shape;162;p12">
            <a:extLst xmlns:a="http://schemas.openxmlformats.org/drawingml/2006/main">
              <a:ext uri="{FF2B5EF4-FFF2-40B4-BE49-F238E27FC236}">
                <a16:creationId xmlns:a16="http://schemas.microsoft.com/office/drawing/2014/main" id="{30890828-07F0-4BF1-9653-014ED78F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181" y="3730214"/>
            <a:ext cx="6766560" cy="86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sz="4600" b="1" i="0" u="non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Thank you</a:t>
            </a:r>
            <a:endParaRPr sz="4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3" name="Google Shape;163;p12">
            <a:extLst xmlns:a="http://schemas.openxmlformats.org/drawingml/2006/main">
              <a:ext uri="{FF2B5EF4-FFF2-40B4-BE49-F238E27FC236}">
                <a16:creationId xmlns:a16="http://schemas.microsoft.com/office/drawing/2014/main" id="{22564FB1-E31B-49E7-A07D-A9B231D9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897880"/>
            <a:ext cx="1060704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sz="11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Organised by the Language AI Team and the PRISM Team, Samsung R&amp;D Institute India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D82FC1C3-2DB1-4088-A287-0119068D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14875"/>
            <a:ext cx="904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0509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70509B"/>
                </a:solidFill>
                <a:latin typeface="Arial"/>
                <a:ea typeface="Arial"/>
                <a:cs typeface="Arial"/>
              </a:rPr>
              <a:t>CodeDoctor  /  VITV  /  Doctors</a:t>
            </a:r>
          </a:p>
        </p:txBody>
      </p:sp>
    </p:spTree>
    <p:extLst>
      <p:ext uri="{BB962C8B-B14F-4D97-AF65-F5344CB8AC3E}">
        <p14:creationId xmlns:p14="http://schemas.microsoft.com/office/powerpoint/2010/main" val="28632268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2026-09-30T18:23:59.5340000Z</dcterms:created>
  <dcterms:modified xsi:type="dcterms:W3CDTF">2026-09-30T18:23:59.5340000Z</dcterms:modified>
</coreProperties>
</file>