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0f74fc68a54973" /><Relationship Type="http://schemas.openxmlformats.org/officeDocument/2006/relationships/extended-properties" Target="/docProps/app.xml" Id="R9ca694f3e7d84e3b" /><Relationship Type="http://schemas.openxmlformats.org/officeDocument/2006/relationships/officeDocument" Target="/ppt/presentation.xml" Id="Rc6acde1d45104a1b" /></Relationships>
</file>

<file path=ppt/presentation.xml><?xml version="1.0" encoding="utf-8"?>
<p:presentation xmlns:p="http://schemas.openxmlformats.org/presentationml/2006/main">
  <p:sldMasterIdLst>
    <p:sldMasterId xmlns:r="http://schemas.openxmlformats.org/officeDocument/2006/relationships" id="2147483648" r:id="R7bf714f1e7044c79"/>
  </p:sldMasterIdLst>
  <p:notesMasterIdLst>
    <p:notesMasterId xmlns:r="http://schemas.openxmlformats.org/officeDocument/2006/relationships" r:id="R19088200a00642ae"/>
  </p:notesMasterIdLst>
  <p:sldIdLst>
    <p:sldId xmlns:r="http://schemas.openxmlformats.org/officeDocument/2006/relationships" id="256" r:id="R1b5584ecd0d5419b"/>
    <p:sldId xmlns:r="http://schemas.openxmlformats.org/officeDocument/2006/relationships" id="257" r:id="R904532036a654c4d"/>
    <p:sldId xmlns:r="http://schemas.openxmlformats.org/officeDocument/2006/relationships" id="258" r:id="R2f529e5649c1471d"/>
    <p:sldId xmlns:r="http://schemas.openxmlformats.org/officeDocument/2006/relationships" id="259" r:id="R24083bf3c16748c3"/>
    <p:sldId xmlns:r="http://schemas.openxmlformats.org/officeDocument/2006/relationships" id="260" r:id="R3ed189a3971d44bf"/>
    <p:sldId xmlns:r="http://schemas.openxmlformats.org/officeDocument/2006/relationships" id="261" r:id="R545dc3069a9a4395"/>
    <p:sldId xmlns:r="http://schemas.openxmlformats.org/officeDocument/2006/relationships" id="262" r:id="R21457bb4e2e34a7e"/>
    <p:sldId xmlns:r="http://schemas.openxmlformats.org/officeDocument/2006/relationships" id="263" r:id="R5657ba3814054dbd"/>
    <p:sldId xmlns:r="http://schemas.openxmlformats.org/officeDocument/2006/relationships" id="264" r:id="R247085f3d8364953"/>
    <p:sldId xmlns:r="http://schemas.openxmlformats.org/officeDocument/2006/relationships" id="265" r:id="R2bc42d04db9846a5"/>
    <p:sldId xmlns:r="http://schemas.openxmlformats.org/officeDocument/2006/relationships" id="266" r:id="R0449c1f8c89e4c02"/>
    <p:sldId xmlns:r="http://schemas.openxmlformats.org/officeDocument/2006/relationships" id="267" r:id="Rd0eff301d55442a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90dadf1c4a409a" /><Relationship Type="http://schemas.openxmlformats.org/officeDocument/2006/relationships/slideMaster" Target="/ppt/slideMasters/slideMaster1.xml" Id="R7bf714f1e7044c79" /><Relationship Type="http://schemas.openxmlformats.org/officeDocument/2006/relationships/notesMaster" Target="/ppt/notesMasters/notesMaster1.xml" Id="R19088200a00642ae" /><Relationship Type="http://schemas.openxmlformats.org/officeDocument/2006/relationships/presProps" Target="/ppt/presProps.xml" Id="R28a82dbd95264c15" /><Relationship Type="http://schemas.openxmlformats.org/officeDocument/2006/relationships/tableStyles" Target="/ppt/tableStyles.xml" Id="R15f7df68457949c8" /><Relationship Type="http://schemas.openxmlformats.org/officeDocument/2006/relationships/slide" Target="/ppt/slides/slide1.xml" Id="R1b5584ecd0d5419b" /><Relationship Type="http://schemas.openxmlformats.org/officeDocument/2006/relationships/slide" Target="/ppt/slides/slide2.xml" Id="R904532036a654c4d" /><Relationship Type="http://schemas.openxmlformats.org/officeDocument/2006/relationships/slide" Target="/ppt/slides/slide3.xml" Id="R2f529e5649c1471d" /><Relationship Type="http://schemas.openxmlformats.org/officeDocument/2006/relationships/slide" Target="/ppt/slides/slide4.xml" Id="R24083bf3c16748c3" /><Relationship Type="http://schemas.openxmlformats.org/officeDocument/2006/relationships/slide" Target="/ppt/slides/slide5.xml" Id="R3ed189a3971d44bf" /><Relationship Type="http://schemas.openxmlformats.org/officeDocument/2006/relationships/slide" Target="/ppt/slides/slide6.xml" Id="R545dc3069a9a4395" /><Relationship Type="http://schemas.openxmlformats.org/officeDocument/2006/relationships/slide" Target="/ppt/slides/slide7.xml" Id="R21457bb4e2e34a7e" /><Relationship Type="http://schemas.openxmlformats.org/officeDocument/2006/relationships/slide" Target="/ppt/slides/slide8.xml" Id="R5657ba3814054dbd" /><Relationship Type="http://schemas.openxmlformats.org/officeDocument/2006/relationships/slide" Target="/ppt/slides/slide9.xml" Id="R247085f3d8364953" /><Relationship Type="http://schemas.openxmlformats.org/officeDocument/2006/relationships/slide" Target="/ppt/slides/slide10.xml" Id="R2bc42d04db9846a5" /><Relationship Type="http://schemas.openxmlformats.org/officeDocument/2006/relationships/slide" Target="/ppt/slides/slide11.xml" Id="R0449c1f8c89e4c02" /><Relationship Type="http://schemas.openxmlformats.org/officeDocument/2006/relationships/slide" Target="/ppt/slides/slide12.xml" Id="Rd0eff301d55442a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c297fbc73e94c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4c6e4512914481" /><Relationship Type="http://schemas.openxmlformats.org/officeDocument/2006/relationships/notesMaster" Target="/ppt/notesMasters/notesMaster1.xml" Id="Rc9572efdf8f542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d0515ff52e4549" /><Relationship Type="http://schemas.openxmlformats.org/officeDocument/2006/relationships/notesMaster" Target="/ppt/notesMasters/notesMaster1.xml" Id="R4482b3e88e1541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e5031471e4e44e91" /><Relationship Type="http://schemas.openxmlformats.org/officeDocument/2006/relationships/notesMaster" Target="/ppt/notesMasters/notesMaster1.xml" Id="Re794482f2e684e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e3c10da3d3a4c08" /><Relationship Type="http://schemas.openxmlformats.org/officeDocument/2006/relationships/notesMaster" Target="/ppt/notesMasters/notesMaster1.xml" Id="R4f460b1d5dd2405d"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da11785a86482b" /><Relationship Type="http://schemas.openxmlformats.org/officeDocument/2006/relationships/notesMaster" Target="/ppt/notesMasters/notesMaster1.xml" Id="R148a144a78f743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ab93c4a2c946bb" /><Relationship Type="http://schemas.openxmlformats.org/officeDocument/2006/relationships/notesMaster" Target="/ppt/notesMasters/notesMaster1.xml" Id="R37a99a82e1354a0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21637cf636143cf" /><Relationship Type="http://schemas.openxmlformats.org/officeDocument/2006/relationships/notesMaster" Target="/ppt/notesMasters/notesMaster1.xml" Id="R91d158899d31461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001a78564674573" /><Relationship Type="http://schemas.openxmlformats.org/officeDocument/2006/relationships/notesMaster" Target="/ppt/notesMasters/notesMaster1.xml" Id="Rafac7fb5b26145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7944787c88240cf" /><Relationship Type="http://schemas.openxmlformats.org/officeDocument/2006/relationships/notesMaster" Target="/ppt/notesMasters/notesMaster1.xml" Id="R486bec7429dc43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a15b38454ea4db9" /><Relationship Type="http://schemas.openxmlformats.org/officeDocument/2006/relationships/notesMaster" Target="/ppt/notesMasters/notesMaster1.xml" Id="Rb0219b26fcd24c4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237381364147f2" /><Relationship Type="http://schemas.openxmlformats.org/officeDocument/2006/relationships/notesMaster" Target="/ppt/notesMasters/notesMaster1.xml" Id="Ra98d25c35e904d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fadf9a299aa47f6" /><Relationship Type="http://schemas.openxmlformats.org/officeDocument/2006/relationships/notesMaster" Target="/ppt/notesMasters/notesMaster1.xml" Id="R8a7b6a2a73cb4c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 P0: app/pipeline/encoder.py and app/pipeline/execution_rerank.py. Workbench: app/workbench.py, app/indexing/versioned.py, app/retrieval/hybrid.py. The &gt;6k-character workbench attention guard is not a P0 pipeline truncation rule. C++ is not claimed as the runtime path.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 Historical Apps JSON: appsretrieval_results.json, 2026-09-19, MTEB2.21.0, GPU query encoding under frozen.yaml. P1 and Bonus: results/hands-on/hands-on/p1.json and bonus.json; environment.json. P1 full build uses median102.777192175s, not old103.4s aggregate; one-edit6.452369177s; ten-edit29.506994244s; unchanged1.51220837s. Bonus median5.817684378s. The 12 examples deliberately include wrong variants, so no generalization estimate follows.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Historical P0 remains appsretrieval_results.json (sha256 a079fbbc148287744a15e282ca8e628f7bc4107faf76a42dc5502d05a53e60c1), date 2026-09-19 10:50:15.786983+00:00, GPU query encoding under frozen.yaml; raw NDCG@10 0.96558, MRR@10 0.9585696367967284, Recall@10 0.98619.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Accepted P0: results/final/p0/appsretrieval_results.json (sha256 84c8404a9ab43770dad45c2df0460b5d8cbec4f1e62fb741d954c52339192b84); date 2026-10-01 16:42:29.749760+00:00; MTEB 2.21.0. Acceptance: results/local-corrections/kaggle-attempt-2/acceptance.json (sha256 f17ef57be2ca75f9331324cf066c5c4dc4884446f97d59c338ca670ecb358a10). Measured source commit 18c4b6cbd097437bfb8498fefe572cddb658bc42; source-tree sha256 1a44ab7aeddae73e0019511e9a73d2cfb93cef8fa94a7141ba08eb4555d08602; configuration sha256 9039497b871733c5236eb6060b0cf074c3d98ebeb30664c2ce711e4882f0aaf5. Environment: results/final/p0/environment.json (sha256 ae82a3ba1ba270200c74e57b741fd26917b59b86e435802552992ac610aa64b3). Raw metrics: NDCG@10 0.96583; MRR@10 0.9582509116971268; Recall@10 0.98805. Four separately recorded CPU query-encoding shards supply vectors to scoring replay; 30 queries are re-encoded live for fidelity. P0 runner elapsed2609.959 seconds; peak process-tree RSS9405206528 bytes. Scoring replay elapsed time is not full live retrieval latency. No latency reduction, speedup, or unseen-generalization claim follows from this result. APPS test has prior project exposure.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 Public video duration is346.133 seconds as verified with ffprobe. No completed checklist assertion, human signature or updated official CPU score is fabricated.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Historical P0 remains appsretrieval_results.json (sha256 a079fbbc148287744a15e282ca8e628f7bc4107faf76a42dc5502d05a53e60c1), date 2026-09-19 10:50:15.786983+00:00, GPU query encoding under frozen.yaml; raw NDCG@10 0.96558, MRR@10 0.9585696367967284, Recall@10 0.98619.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Accepted P0: results/final/p0/appsretrieval_results.json (sha256 84c8404a9ab43770dad45c2df0460b5d8cbec4f1e62fb741d954c52339192b84); date 2026-10-01 16:42:29.749760+00:00; MTEB 2.21.0. Acceptance: results/local-corrections/kaggle-attempt-2/acceptance.json (sha256 f17ef57be2ca75f9331324cf066c5c4dc4884446f97d59c338ca670ecb358a10). Measured source commit 18c4b6cbd097437bfb8498fefe572cddb658bc42; source-tree sha256 1a44ab7aeddae73e0019511e9a73d2cfb93cef8fa94a7141ba08eb4555d08602; configuration sha256 9039497b871733c5236eb6060b0cf074c3d98ebeb30664c2ce711e4882f0aaf5. Environment: results/final/p0/environment.json (sha256 ae82a3ba1ba270200c74e57b741fd26917b59b86e435802552992ac610aa64b3). Raw metrics: NDCG@10 0.96583; MRR@10 0.9582509116971268; Recall@10 0.98805. Four separately recorded CPU query-encoding shards supply vectors to scoring replay; 30 queries are re-encoded live for fidelity. P0 runner elapsed2609.959 seconds; peak process-tree RSS9405206528 bytes. Scoring replay elapsed time is not full live retrieval latency. No latency reduction, speedup, or unseen-generalization claim follows from this result. APPS test has prior project exposure.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theme1_guidelines.pdf; verbatim FAQ answers in docs/submission/PROTOCOL.md; repository implementation and raw result artifacts. No independent novelty priority claim is made.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39a5a1b107741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ca38b34053481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6979d37bba440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23e21e9581e4c4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baf6b912c464d1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1377661c3244c4"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bf229ebbf2443a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f669acdbe2f475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2af940b77884bf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c035ca5e7b046fe"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71d6adf9a43a473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f7e0233b40354634"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and Content" type="obj">
  <p:cSld name="OBJECT">
    <p:spTree>
      <p:nvGrpSpPr>
        <p:cNvPr id="1" name=""/>
        <p:cNvGrpSpPr/>
        <p:nvPr/>
      </p:nvGrpSpPr>
      <p:grpSpPr>
        <a:xfrm xmlns:a="http://schemas.openxmlformats.org/drawingml/2006/main"/>
      </p:grpSpPr>
      <p:sp>
        <p:nvSpPr>
          <p:cNvPr id="17" name="Google Shape;17;p15">
            <a:extLst xmlns:a="http://schemas.openxmlformats.org/drawingml/2006/main">
              <a:ext uri="{FF2B5EF4-FFF2-40B4-BE49-F238E27FC236}">
                <a16:creationId xmlns:a16="http://schemas.microsoft.com/office/drawing/2014/main" id="{3AE24870-0A53-4656-9AF4-46BF714E598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18" name="Google Shape;18;p15">
            <a:extLst xmlns:a="http://schemas.openxmlformats.org/drawingml/2006/main">
              <a:ext uri="{FF2B5EF4-FFF2-40B4-BE49-F238E27FC236}">
                <a16:creationId xmlns:a16="http://schemas.microsoft.com/office/drawing/2014/main" id="{0E255623-DD2D-4B13-9E6E-60F0372907B2}"/>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19" name="Google Shape;19;p15">
            <a:extLst xmlns:a="http://schemas.openxmlformats.org/drawingml/2006/main">
              <a:ext uri="{FF2B5EF4-FFF2-40B4-BE49-F238E27FC236}">
                <a16:creationId xmlns:a16="http://schemas.microsoft.com/office/drawing/2014/main" id="{8A938460-7B78-41CC-A18F-CA1655BAD9F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0" name="Google Shape;20;p15">
            <a:extLst xmlns:a="http://schemas.openxmlformats.org/drawingml/2006/main">
              <a:ext uri="{FF2B5EF4-FFF2-40B4-BE49-F238E27FC236}">
                <a16:creationId xmlns:a16="http://schemas.microsoft.com/office/drawing/2014/main" id="{AEEB8DE7-B1FB-4660-8E62-FABF3E8B9F6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1" name="Google Shape;21;p15">
            <a:extLst xmlns:a="http://schemas.openxmlformats.org/drawingml/2006/main">
              <a:ext uri="{FF2B5EF4-FFF2-40B4-BE49-F238E27FC236}">
                <a16:creationId xmlns:a16="http://schemas.microsoft.com/office/drawing/2014/main" id="{2259B17A-8503-4491-9902-663754F59834}"/>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23" name="Google Shape;23;p16">
            <a:extLst xmlns:a="http://schemas.openxmlformats.org/drawingml/2006/main">
              <a:ext uri="{FF2B5EF4-FFF2-40B4-BE49-F238E27FC236}">
                <a16:creationId xmlns:a16="http://schemas.microsoft.com/office/drawing/2014/main" id="{52FFEBC4-778B-4FB0-8646-478964EB2715}"/>
              </a:ext>
            </a:extLst>
          </p:cNvPr>
          <p:cNvSpPr>
            <a:spLocks xmlns:a="http://schemas.openxmlformats.org/drawingml/2006/main" noGrp="1"/>
          </p:cNvSpPr>
          <p:nvPr>
            <p:ph type="ctrTitle" idx="0"/>
          </p:nvPr>
        </p:nvSpPr>
        <p:spPr>
          <a:xfrm xmlns:a="http://schemas.openxmlformats.org/drawingml/2006/main">
            <a:off x="1524000" y="1122363"/>
            <a:ext cx="9144000" cy="2387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ctr">
              <a:lnSpc>
                <a:spcPct val="90000"/>
              </a:lnSpc>
              <a:spcBef>
                <a:spcPts val="0"/>
              </a:spcBef>
              <a:spcAft>
                <a:spcPts val="0"/>
              </a:spcAft>
              <a:buClr>
                <a:schemeClr val="dk1"/>
              </a:buClr>
              <a:buSzPts val="6000"/>
              <a:buFont typeface="Calibri"/>
              <a:buNone/>
              <a:defRPr sz="60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24" name="Google Shape;24;p16">
            <a:extLst xmlns:a="http://schemas.openxmlformats.org/drawingml/2006/main">
              <a:ext uri="{FF2B5EF4-FFF2-40B4-BE49-F238E27FC236}">
                <a16:creationId xmlns:a16="http://schemas.microsoft.com/office/drawing/2014/main" id="{E09C784E-7A63-4FE2-B1F0-1290CAFCBA4D}"/>
              </a:ext>
            </a:extLst>
          </p:cNvPr>
          <p:cNvSpPr>
            <a:spLocks xmlns:a="http://schemas.openxmlformats.org/drawingml/2006/main" noGrp="1"/>
          </p:cNvSpPr>
          <p:nvPr>
            <p:ph type="subTitle" idx="1"/>
          </p:nvPr>
        </p:nvSpPr>
        <p:spPr>
          <a:xfrm xmlns:a="http://schemas.openxmlformats.org/drawingml/2006/main">
            <a:off x="1524000" y="3602038"/>
            <a:ext cx="9144000" cy="165576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algn="ctr">
              <a:lnSpc>
                <a:spcPct val="90000"/>
              </a:lnSpc>
              <a:spcBef>
                <a:spcPts val="1000"/>
              </a:spcBef>
              <a:spcAft>
                <a:spcPts val="0"/>
              </a:spcAft>
              <a:buClr>
                <a:schemeClr val="dk1"/>
              </a:buClr>
              <a:buSzPts val="2400"/>
              <a:buNone/>
              <a:defRPr sz="2400"/>
            </a:lvl1pPr>
            <a:lvl2pPr algn="ctr">
              <a:lnSpc>
                <a:spcPct val="90000"/>
              </a:lnSpc>
              <a:spcBef>
                <a:spcPts val="500"/>
              </a:spcBef>
              <a:spcAft>
                <a:spcPts val="0"/>
              </a:spcAft>
              <a:buClr>
                <a:schemeClr val="dk1"/>
              </a:buClr>
              <a:buSzPts val="2000"/>
              <a:buNone/>
              <a:defRPr sz="2000"/>
            </a:lvl2pPr>
            <a:lvl3pPr algn="ctr">
              <a:lnSpc>
                <a:spcPct val="90000"/>
              </a:lnSpc>
              <a:spcBef>
                <a:spcPts val="500"/>
              </a:spcBef>
              <a:spcAft>
                <a:spcPts val="0"/>
              </a:spcAft>
              <a:buClr>
                <a:schemeClr val="dk1"/>
              </a:buClr>
              <a:buSzPts val="1800"/>
              <a:buNone/>
              <a:defRPr sz="1800"/>
            </a:lvl3pPr>
            <a:lvl4pPr algn="ctr">
              <a:lnSpc>
                <a:spcPct val="90000"/>
              </a:lnSpc>
              <a:spcBef>
                <a:spcPts val="500"/>
              </a:spcBef>
              <a:spcAft>
                <a:spcPts val="0"/>
              </a:spcAft>
              <a:buClr>
                <a:schemeClr val="dk1"/>
              </a:buClr>
              <a:buSzPts val="1600"/>
              <a:buNone/>
              <a:defRPr sz="1600"/>
            </a:lvl4pPr>
            <a:lvl5pPr algn="ctr">
              <a:lnSpc>
                <a:spcPct val="90000"/>
              </a:lnSpc>
              <a:spcBef>
                <a:spcPts val="500"/>
              </a:spcBef>
              <a:spcAft>
                <a:spcPts val="0"/>
              </a:spcAft>
              <a:buClr>
                <a:schemeClr val="dk1"/>
              </a:buClr>
              <a:buSzPts val="1600"/>
              <a:buNone/>
              <a:defRPr sz="1600"/>
            </a:lvl5pPr>
            <a:lvl6pPr algn="ctr">
              <a:lnSpc>
                <a:spcPct val="90000"/>
              </a:lnSpc>
              <a:spcBef>
                <a:spcPts val="500"/>
              </a:spcBef>
              <a:spcAft>
                <a:spcPts val="0"/>
              </a:spcAft>
              <a:buClr>
                <a:schemeClr val="dk1"/>
              </a:buClr>
              <a:buSzPts val="1600"/>
              <a:buNone/>
              <a:defRPr sz="1600"/>
            </a:lvl6pPr>
            <a:lvl7pPr algn="ctr">
              <a:lnSpc>
                <a:spcPct val="90000"/>
              </a:lnSpc>
              <a:spcBef>
                <a:spcPts val="500"/>
              </a:spcBef>
              <a:spcAft>
                <a:spcPts val="0"/>
              </a:spcAft>
              <a:buClr>
                <a:schemeClr val="dk1"/>
              </a:buClr>
              <a:buSzPts val="1600"/>
              <a:buNone/>
              <a:defRPr sz="1600"/>
            </a:lvl7pPr>
            <a:lvl8pPr algn="ctr">
              <a:lnSpc>
                <a:spcPct val="90000"/>
              </a:lnSpc>
              <a:spcBef>
                <a:spcPts val="500"/>
              </a:spcBef>
              <a:spcAft>
                <a:spcPts val="0"/>
              </a:spcAft>
              <a:buClr>
                <a:schemeClr val="dk1"/>
              </a:buClr>
              <a:buSzPts val="1600"/>
              <a:buNone/>
              <a:defRPr sz="1600"/>
            </a:lvl8pPr>
            <a:lvl9pPr algn="ctr">
              <a:lnSpc>
                <a:spcPct val="90000"/>
              </a:lnSpc>
              <a:spcBef>
                <a:spcPts val="500"/>
              </a:spcBef>
              <a:spcAft>
                <a:spcPts val="0"/>
              </a:spcAft>
              <a:buClr>
                <a:schemeClr val="dk1"/>
              </a:buClr>
              <a:buSzPts val="1600"/>
              <a:buNone/>
              <a:defRPr sz="1600"/>
            </a:lvl9pPr>
          </a:lstStyle>
          <a:p xmlns:a="http://schemas.openxmlformats.org/drawingml/2006/main"/>
        </p:txBody>
      </p:sp>
      <p:sp>
        <p:nvSpPr>
          <p:cNvPr id="25" name="Google Shape;25;p16">
            <a:extLst xmlns:a="http://schemas.openxmlformats.org/drawingml/2006/main">
              <a:ext uri="{FF2B5EF4-FFF2-40B4-BE49-F238E27FC236}">
                <a16:creationId xmlns:a16="http://schemas.microsoft.com/office/drawing/2014/main" id="{CA20F213-CD5A-432F-A9F7-223E27EBB5B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6" name="Google Shape;26;p16">
            <a:extLst xmlns:a="http://schemas.openxmlformats.org/drawingml/2006/main">
              <a:ext uri="{FF2B5EF4-FFF2-40B4-BE49-F238E27FC236}">
                <a16:creationId xmlns:a16="http://schemas.microsoft.com/office/drawing/2014/main" id="{6F419160-C7A8-4468-A586-F2B0B501DB6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27" name="Google Shape;27;p16">
            <a:extLst xmlns:a="http://schemas.openxmlformats.org/drawingml/2006/main">
              <a:ext uri="{FF2B5EF4-FFF2-40B4-BE49-F238E27FC236}">
                <a16:creationId xmlns:a16="http://schemas.microsoft.com/office/drawing/2014/main" id="{BEBF04F7-FAF7-491F-812E-242CD61053E8}"/>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29" name="Google Shape;29;p17">
            <a:extLst xmlns:a="http://schemas.openxmlformats.org/drawingml/2006/main">
              <a:ext uri="{FF2B5EF4-FFF2-40B4-BE49-F238E27FC236}">
                <a16:creationId xmlns:a16="http://schemas.microsoft.com/office/drawing/2014/main" id="{4FC00E97-43A1-4E89-AFD3-F9AB513279AC}"/>
              </a:ext>
            </a:extLst>
          </p:cNvPr>
          <p:cNvSpPr>
            <a:spLocks xmlns:a="http://schemas.openxmlformats.org/drawingml/2006/main" noGrp="1"/>
          </p:cNvSpPr>
          <p:nvPr>
            <p:ph type="title" idx="0"/>
          </p:nvPr>
        </p:nvSpPr>
        <p:spPr>
          <a:xfrm xmlns:a="http://schemas.openxmlformats.org/drawingml/2006/main">
            <a:off x="831850" y="1709738"/>
            <a:ext cx="10515600" cy="285273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6000"/>
              <a:buFont typeface="Calibri"/>
              <a:buNone/>
              <a:defRPr sz="60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30" name="Google Shape;30;p17">
            <a:extLst xmlns:a="http://schemas.openxmlformats.org/drawingml/2006/main">
              <a:ext uri="{FF2B5EF4-FFF2-40B4-BE49-F238E27FC236}">
                <a16:creationId xmlns:a16="http://schemas.microsoft.com/office/drawing/2014/main" id="{6EE6FE0E-34FE-48CC-9F1C-E84A5BCA188B}"/>
              </a:ext>
            </a:extLst>
          </p:cNvPr>
          <p:cNvSpPr>
            <a:spLocks xmlns:a="http://schemas.openxmlformats.org/drawingml/2006/main" noGrp="1"/>
          </p:cNvSpPr>
          <p:nvPr>
            <p:ph type="body" idx="1"/>
          </p:nvPr>
        </p:nvSpPr>
        <p:spPr>
          <a:xfrm xmlns:a="http://schemas.openxmlformats.org/drawingml/2006/main">
            <a:off x="831850" y="4589463"/>
            <a:ext cx="10515600" cy="150018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rgbClr val="888888"/>
              </a:buClr>
              <a:buSzPts val="2400"/>
              <a:buNone/>
              <a:defRPr sz="2400">
                <a:solidFill>
                  <a:srgbClr val="888888"/>
                </a:solidFill>
              </a:defRPr>
            </a:lvl1pPr>
            <a:lvl2pPr marL="914400" indent="-228600" algn="l">
              <a:lnSpc>
                <a:spcPct val="90000"/>
              </a:lnSpc>
              <a:spcBef>
                <a:spcPts val="500"/>
              </a:spcBef>
              <a:spcAft>
                <a:spcPts val="0"/>
              </a:spcAft>
              <a:buClr>
                <a:srgbClr val="888888"/>
              </a:buClr>
              <a:buSzPts val="2000"/>
              <a:buNone/>
              <a:defRPr sz="2000">
                <a:solidFill>
                  <a:srgbClr val="888888"/>
                </a:solidFill>
              </a:defRPr>
            </a:lvl2pPr>
            <a:lvl3pPr marL="1371600" indent="-228600" algn="l">
              <a:lnSpc>
                <a:spcPct val="90000"/>
              </a:lnSpc>
              <a:spcBef>
                <a:spcPts val="500"/>
              </a:spcBef>
              <a:spcAft>
                <a:spcPts val="0"/>
              </a:spcAft>
              <a:buClr>
                <a:srgbClr val="888888"/>
              </a:buClr>
              <a:buSzPts val="1800"/>
              <a:buNone/>
              <a:defRPr sz="1800">
                <a:solidFill>
                  <a:srgbClr val="888888"/>
                </a:solidFill>
              </a:defRPr>
            </a:lvl3pPr>
            <a:lvl4pPr marL="1828800" indent="-228600" algn="l">
              <a:lnSpc>
                <a:spcPct val="90000"/>
              </a:lnSpc>
              <a:spcBef>
                <a:spcPts val="500"/>
              </a:spcBef>
              <a:spcAft>
                <a:spcPts val="0"/>
              </a:spcAft>
              <a:buClr>
                <a:srgbClr val="888888"/>
              </a:buClr>
              <a:buSzPts val="1600"/>
              <a:buNone/>
              <a:defRPr sz="1600">
                <a:solidFill>
                  <a:srgbClr val="888888"/>
                </a:solidFill>
              </a:defRPr>
            </a:lvl4pPr>
            <a:lvl5pPr marL="2286000" indent="-228600" algn="l">
              <a:lnSpc>
                <a:spcPct val="90000"/>
              </a:lnSpc>
              <a:spcBef>
                <a:spcPts val="500"/>
              </a:spcBef>
              <a:spcAft>
                <a:spcPts val="0"/>
              </a:spcAft>
              <a:buClr>
                <a:srgbClr val="888888"/>
              </a:buClr>
              <a:buSzPts val="1600"/>
              <a:buNone/>
              <a:defRPr sz="1600">
                <a:solidFill>
                  <a:srgbClr val="888888"/>
                </a:solidFill>
              </a:defRPr>
            </a:lvl5pPr>
            <a:lvl6pPr marL="2743200" indent="-228600" algn="l">
              <a:lnSpc>
                <a:spcPct val="90000"/>
              </a:lnSpc>
              <a:spcBef>
                <a:spcPts val="500"/>
              </a:spcBef>
              <a:spcAft>
                <a:spcPts val="0"/>
              </a:spcAft>
              <a:buClr>
                <a:srgbClr val="888888"/>
              </a:buClr>
              <a:buSzPts val="1600"/>
              <a:buNone/>
              <a:defRPr sz="1600">
                <a:solidFill>
                  <a:srgbClr val="888888"/>
                </a:solidFill>
              </a:defRPr>
            </a:lvl6pPr>
            <a:lvl7pPr marL="3200400" indent="-228600" algn="l">
              <a:lnSpc>
                <a:spcPct val="90000"/>
              </a:lnSpc>
              <a:spcBef>
                <a:spcPts val="500"/>
              </a:spcBef>
              <a:spcAft>
                <a:spcPts val="0"/>
              </a:spcAft>
              <a:buClr>
                <a:srgbClr val="888888"/>
              </a:buClr>
              <a:buSzPts val="1600"/>
              <a:buNone/>
              <a:defRPr sz="1600">
                <a:solidFill>
                  <a:srgbClr val="888888"/>
                </a:solidFill>
              </a:defRPr>
            </a:lvl7pPr>
            <a:lvl8pPr marL="3657600" indent="-228600" algn="l">
              <a:lnSpc>
                <a:spcPct val="90000"/>
              </a:lnSpc>
              <a:spcBef>
                <a:spcPts val="500"/>
              </a:spcBef>
              <a:spcAft>
                <a:spcPts val="0"/>
              </a:spcAft>
              <a:buClr>
                <a:srgbClr val="888888"/>
              </a:buClr>
              <a:buSzPts val="1600"/>
              <a:buNone/>
              <a:defRPr sz="1600">
                <a:solidFill>
                  <a:srgbClr val="888888"/>
                </a:solidFill>
              </a:defRPr>
            </a:lvl8pPr>
            <a:lvl9pPr marL="4114800" indent="-228600" algn="l">
              <a:lnSpc>
                <a:spcPct val="90000"/>
              </a:lnSpc>
              <a:spcBef>
                <a:spcPts val="500"/>
              </a:spcBef>
              <a:spcAft>
                <a:spcPts val="0"/>
              </a:spcAft>
              <a:buClr>
                <a:srgbClr val="888888"/>
              </a:buClr>
              <a:buSzPts val="1600"/>
              <a:buNone/>
              <a:defRPr sz="1600">
                <a:solidFill>
                  <a:srgbClr val="888888"/>
                </a:solidFill>
              </a:defRPr>
            </a:lvl9pPr>
          </a:lstStyle>
          <a:p xmlns:a="http://schemas.openxmlformats.org/drawingml/2006/main"/>
        </p:txBody>
      </p:sp>
      <p:sp>
        <p:nvSpPr>
          <p:cNvPr id="31" name="Google Shape;31;p17">
            <a:extLst xmlns:a="http://schemas.openxmlformats.org/drawingml/2006/main">
              <a:ext uri="{FF2B5EF4-FFF2-40B4-BE49-F238E27FC236}">
                <a16:creationId xmlns:a16="http://schemas.microsoft.com/office/drawing/2014/main" id="{85086AC3-1889-4258-9E9C-7BFAD70A2963}"/>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32" name="Google Shape;32;p17">
            <a:extLst xmlns:a="http://schemas.openxmlformats.org/drawingml/2006/main">
              <a:ext uri="{FF2B5EF4-FFF2-40B4-BE49-F238E27FC236}">
                <a16:creationId xmlns:a16="http://schemas.microsoft.com/office/drawing/2014/main" id="{89D7EDBB-5441-45FB-9762-80A2307F38E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33" name="Google Shape;33;p17">
            <a:extLst xmlns:a="http://schemas.openxmlformats.org/drawingml/2006/main">
              <a:ext uri="{FF2B5EF4-FFF2-40B4-BE49-F238E27FC236}">
                <a16:creationId xmlns:a16="http://schemas.microsoft.com/office/drawing/2014/main" id="{CBC87D2E-B299-4E39-ADB2-6B70FA3713A6}"/>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wo Content" type="twoObj">
  <p:cSld name="TWO_OBJECTS">
    <p:spTree>
      <p:nvGrpSpPr>
        <p:cNvPr id="1" name=""/>
        <p:cNvGrpSpPr/>
        <p:nvPr/>
      </p:nvGrpSpPr>
      <p:grpSpPr>
        <a:xfrm xmlns:a="http://schemas.openxmlformats.org/drawingml/2006/main"/>
      </p:grpSpPr>
      <p:sp>
        <p:nvSpPr>
          <p:cNvPr id="35" name="Google Shape;35;p18">
            <a:extLst xmlns:a="http://schemas.openxmlformats.org/drawingml/2006/main">
              <a:ext uri="{FF2B5EF4-FFF2-40B4-BE49-F238E27FC236}">
                <a16:creationId xmlns:a16="http://schemas.microsoft.com/office/drawing/2014/main" id="{4B1B963D-7813-43E4-8BBF-D4AF6FAAA84A}"/>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36" name="Google Shape;36;p18">
            <a:extLst xmlns:a="http://schemas.openxmlformats.org/drawingml/2006/main">
              <a:ext uri="{FF2B5EF4-FFF2-40B4-BE49-F238E27FC236}">
                <a16:creationId xmlns:a16="http://schemas.microsoft.com/office/drawing/2014/main" id="{99457EF7-FBC6-4D00-9A72-9B93EDFD7EEA}"/>
              </a:ext>
            </a:extLst>
          </p:cNvPr>
          <p:cNvSpPr>
            <a:spLocks xmlns:a="http://schemas.openxmlformats.org/drawingml/2006/main" noGrp="1"/>
          </p:cNvSpPr>
          <p:nvPr>
            <p:ph type="body" idx="1"/>
          </p:nvPr>
        </p:nvSpPr>
        <p:spPr>
          <a:xfrm xmlns:a="http://schemas.openxmlformats.org/drawingml/2006/main">
            <a:off x="838200" y="1825625"/>
            <a:ext cx="5181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37" name="Google Shape;37;p18">
            <a:extLst xmlns:a="http://schemas.openxmlformats.org/drawingml/2006/main">
              <a:ext uri="{FF2B5EF4-FFF2-40B4-BE49-F238E27FC236}">
                <a16:creationId xmlns:a16="http://schemas.microsoft.com/office/drawing/2014/main" id="{CEA49C5D-3C00-45D1-9F51-5B90A343EEAB}"/>
              </a:ext>
            </a:extLst>
          </p:cNvPr>
          <p:cNvSpPr>
            <a:spLocks xmlns:a="http://schemas.openxmlformats.org/drawingml/2006/main" noGrp="1"/>
          </p:cNvSpPr>
          <p:nvPr>
            <p:ph type="body" idx="2"/>
          </p:nvPr>
        </p:nvSpPr>
        <p:spPr>
          <a:xfrm xmlns:a="http://schemas.openxmlformats.org/drawingml/2006/main">
            <a:off x="6172200" y="1825625"/>
            <a:ext cx="5181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38" name="Google Shape;38;p18">
            <a:extLst xmlns:a="http://schemas.openxmlformats.org/drawingml/2006/main">
              <a:ext uri="{FF2B5EF4-FFF2-40B4-BE49-F238E27FC236}">
                <a16:creationId xmlns:a16="http://schemas.microsoft.com/office/drawing/2014/main" id="{36EF4537-9D6B-40FA-8791-A21167CD008C}"/>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39" name="Google Shape;39;p18">
            <a:extLst xmlns:a="http://schemas.openxmlformats.org/drawingml/2006/main">
              <a:ext uri="{FF2B5EF4-FFF2-40B4-BE49-F238E27FC236}">
                <a16:creationId xmlns:a16="http://schemas.microsoft.com/office/drawing/2014/main" id="{70A5FC39-A269-43CD-8C0F-D380AE940558}"/>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40" name="Google Shape;40;p18">
            <a:extLst xmlns:a="http://schemas.openxmlformats.org/drawingml/2006/main">
              <a:ext uri="{FF2B5EF4-FFF2-40B4-BE49-F238E27FC236}">
                <a16:creationId xmlns:a16="http://schemas.microsoft.com/office/drawing/2014/main" id="{7DB794F9-C973-4929-B38C-1F1E3AD64FA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Comparison" type="twoTxTwoObj">
  <p:cSld name="TWO_OBJECTS_WITH_TEXT">
    <p:spTree>
      <p:nvGrpSpPr>
        <p:cNvPr id="1" name=""/>
        <p:cNvGrpSpPr/>
        <p:nvPr/>
      </p:nvGrpSpPr>
      <p:grpSpPr>
        <a:xfrm xmlns:a="http://schemas.openxmlformats.org/drawingml/2006/main"/>
      </p:grpSpPr>
      <p:sp>
        <p:nvSpPr>
          <p:cNvPr id="42" name="Google Shape;42;p19">
            <a:extLst xmlns:a="http://schemas.openxmlformats.org/drawingml/2006/main">
              <a:ext uri="{FF2B5EF4-FFF2-40B4-BE49-F238E27FC236}">
                <a16:creationId xmlns:a16="http://schemas.microsoft.com/office/drawing/2014/main" id="{72260F78-53B9-4D34-B547-1ACA5914E50A}"/>
              </a:ext>
            </a:extLst>
          </p:cNvPr>
          <p:cNvSpPr>
            <a:spLocks xmlns:a="http://schemas.openxmlformats.org/drawingml/2006/main" noGrp="1"/>
          </p:cNvSpPr>
          <p:nvPr>
            <p:ph type="title" idx="0"/>
          </p:nvPr>
        </p:nvSpPr>
        <p:spPr>
          <a:xfrm xmlns:a="http://schemas.openxmlformats.org/drawingml/2006/main">
            <a:off x="839788"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43" name="Google Shape;43;p19">
            <a:extLst xmlns:a="http://schemas.openxmlformats.org/drawingml/2006/main">
              <a:ext uri="{FF2B5EF4-FFF2-40B4-BE49-F238E27FC236}">
                <a16:creationId xmlns:a16="http://schemas.microsoft.com/office/drawing/2014/main" id="{326AAFDE-1A85-45B5-B0BD-B6365EDA44C2}"/>
              </a:ext>
            </a:extLst>
          </p:cNvPr>
          <p:cNvSpPr>
            <a:spLocks xmlns:a="http://schemas.openxmlformats.org/drawingml/2006/main" noGrp="1"/>
          </p:cNvSpPr>
          <p:nvPr>
            <p:ph type="body" idx="1"/>
          </p:nvPr>
        </p:nvSpPr>
        <p:spPr>
          <a:xfrm xmlns:a="http://schemas.openxmlformats.org/drawingml/2006/main">
            <a:off x="839788" y="1681163"/>
            <a:ext cx="5157787" cy="823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90000"/>
              </a:lnSpc>
              <a:spcBef>
                <a:spcPts val="1000"/>
              </a:spcBef>
              <a:spcAft>
                <a:spcPts val="0"/>
              </a:spcAft>
              <a:buClr>
                <a:schemeClr val="dk1"/>
              </a:buClr>
              <a:buSzPts val="2400"/>
              <a:buNone/>
              <a:defRPr sz="2400" b="1"/>
            </a:lvl1pPr>
            <a:lvl2pPr marL="914400" indent="-228600" algn="l">
              <a:lnSpc>
                <a:spcPct val="90000"/>
              </a:lnSpc>
              <a:spcBef>
                <a:spcPts val="500"/>
              </a:spcBef>
              <a:spcAft>
                <a:spcPts val="0"/>
              </a:spcAft>
              <a:buClr>
                <a:schemeClr val="dk1"/>
              </a:buClr>
              <a:buSzPts val="2000"/>
              <a:buNone/>
              <a:defRPr sz="2000" b="1"/>
            </a:lvl2pPr>
            <a:lvl3pPr marL="1371600" indent="-228600" algn="l">
              <a:lnSpc>
                <a:spcPct val="90000"/>
              </a:lnSpc>
              <a:spcBef>
                <a:spcPts val="500"/>
              </a:spcBef>
              <a:spcAft>
                <a:spcPts val="0"/>
              </a:spcAft>
              <a:buClr>
                <a:schemeClr val="dk1"/>
              </a:buClr>
              <a:buSzPts val="1800"/>
              <a:buNone/>
              <a:defRPr sz="1800" b="1"/>
            </a:lvl3pPr>
            <a:lvl4pPr marL="1828800" indent="-228600" algn="l">
              <a:lnSpc>
                <a:spcPct val="90000"/>
              </a:lnSpc>
              <a:spcBef>
                <a:spcPts val="500"/>
              </a:spcBef>
              <a:spcAft>
                <a:spcPts val="0"/>
              </a:spcAft>
              <a:buClr>
                <a:schemeClr val="dk1"/>
              </a:buClr>
              <a:buSzPts val="1600"/>
              <a:buNone/>
              <a:defRPr sz="1600" b="1"/>
            </a:lvl4pPr>
            <a:lvl5pPr marL="2286000" indent="-228600" algn="l">
              <a:lnSpc>
                <a:spcPct val="90000"/>
              </a:lnSpc>
              <a:spcBef>
                <a:spcPts val="500"/>
              </a:spcBef>
              <a:spcAft>
                <a:spcPts val="0"/>
              </a:spcAft>
              <a:buClr>
                <a:schemeClr val="dk1"/>
              </a:buClr>
              <a:buSzPts val="1600"/>
              <a:buNone/>
              <a:defRPr sz="1600" b="1"/>
            </a:lvl5pPr>
            <a:lvl6pPr marL="2743200" indent="-228600" algn="l">
              <a:lnSpc>
                <a:spcPct val="90000"/>
              </a:lnSpc>
              <a:spcBef>
                <a:spcPts val="500"/>
              </a:spcBef>
              <a:spcAft>
                <a:spcPts val="0"/>
              </a:spcAft>
              <a:buClr>
                <a:schemeClr val="dk1"/>
              </a:buClr>
              <a:buSzPts val="1600"/>
              <a:buNone/>
              <a:defRPr sz="1600" b="1"/>
            </a:lvl6pPr>
            <a:lvl7pPr marL="3200400" indent="-228600" algn="l">
              <a:lnSpc>
                <a:spcPct val="90000"/>
              </a:lnSpc>
              <a:spcBef>
                <a:spcPts val="500"/>
              </a:spcBef>
              <a:spcAft>
                <a:spcPts val="0"/>
              </a:spcAft>
              <a:buClr>
                <a:schemeClr val="dk1"/>
              </a:buClr>
              <a:buSzPts val="1600"/>
              <a:buNone/>
              <a:defRPr sz="1600" b="1"/>
            </a:lvl7pPr>
            <a:lvl8pPr marL="3657600" indent="-228600" algn="l">
              <a:lnSpc>
                <a:spcPct val="90000"/>
              </a:lnSpc>
              <a:spcBef>
                <a:spcPts val="500"/>
              </a:spcBef>
              <a:spcAft>
                <a:spcPts val="0"/>
              </a:spcAft>
              <a:buClr>
                <a:schemeClr val="dk1"/>
              </a:buClr>
              <a:buSzPts val="1600"/>
              <a:buNone/>
              <a:defRPr sz="1600" b="1"/>
            </a:lvl8pPr>
            <a:lvl9pPr marL="4114800" indent="-228600" algn="l">
              <a:lnSpc>
                <a:spcPct val="90000"/>
              </a:lnSpc>
              <a:spcBef>
                <a:spcPts val="500"/>
              </a:spcBef>
              <a:spcAft>
                <a:spcPts val="0"/>
              </a:spcAft>
              <a:buClr>
                <a:schemeClr val="dk1"/>
              </a:buClr>
              <a:buSzPts val="1600"/>
              <a:buNone/>
              <a:defRPr sz="1600" b="1"/>
            </a:lvl9pPr>
          </a:lstStyle>
          <a:p xmlns:a="http://schemas.openxmlformats.org/drawingml/2006/main"/>
        </p:txBody>
      </p:sp>
      <p:sp>
        <p:nvSpPr>
          <p:cNvPr id="44" name="Google Shape;44;p19">
            <a:extLst xmlns:a="http://schemas.openxmlformats.org/drawingml/2006/main">
              <a:ext uri="{FF2B5EF4-FFF2-40B4-BE49-F238E27FC236}">
                <a16:creationId xmlns:a16="http://schemas.microsoft.com/office/drawing/2014/main" id="{F35FF449-F5FE-4B18-870F-936DB3736B0E}"/>
              </a:ext>
            </a:extLst>
          </p:cNvPr>
          <p:cNvSpPr>
            <a:spLocks xmlns:a="http://schemas.openxmlformats.org/drawingml/2006/main" noGrp="1"/>
          </p:cNvSpPr>
          <p:nvPr>
            <p:ph type="body" idx="2"/>
          </p:nvPr>
        </p:nvSpPr>
        <p:spPr>
          <a:xfrm xmlns:a="http://schemas.openxmlformats.org/drawingml/2006/main">
            <a:off x="839788" y="2505075"/>
            <a:ext cx="5157787" cy="3684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45" name="Google Shape;45;p19">
            <a:extLst xmlns:a="http://schemas.openxmlformats.org/drawingml/2006/main">
              <a:ext uri="{FF2B5EF4-FFF2-40B4-BE49-F238E27FC236}">
                <a16:creationId xmlns:a16="http://schemas.microsoft.com/office/drawing/2014/main" id="{E681E301-F66D-431F-9D98-E5522BB188E9}"/>
              </a:ext>
            </a:extLst>
          </p:cNvPr>
          <p:cNvSpPr>
            <a:spLocks xmlns:a="http://schemas.openxmlformats.org/drawingml/2006/main" noGrp="1"/>
          </p:cNvSpPr>
          <p:nvPr>
            <p:ph type="body" idx="3"/>
          </p:nvPr>
        </p:nvSpPr>
        <p:spPr>
          <a:xfrm xmlns:a="http://schemas.openxmlformats.org/drawingml/2006/main">
            <a:off x="6172200" y="1681163"/>
            <a:ext cx="5183188" cy="8239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marL="457200" indent="-228600" algn="l">
              <a:lnSpc>
                <a:spcPct val="90000"/>
              </a:lnSpc>
              <a:spcBef>
                <a:spcPts val="1000"/>
              </a:spcBef>
              <a:spcAft>
                <a:spcPts val="0"/>
              </a:spcAft>
              <a:buClr>
                <a:schemeClr val="dk1"/>
              </a:buClr>
              <a:buSzPts val="2400"/>
              <a:buNone/>
              <a:defRPr sz="2400" b="1"/>
            </a:lvl1pPr>
            <a:lvl2pPr marL="914400" indent="-228600" algn="l">
              <a:lnSpc>
                <a:spcPct val="90000"/>
              </a:lnSpc>
              <a:spcBef>
                <a:spcPts val="500"/>
              </a:spcBef>
              <a:spcAft>
                <a:spcPts val="0"/>
              </a:spcAft>
              <a:buClr>
                <a:schemeClr val="dk1"/>
              </a:buClr>
              <a:buSzPts val="2000"/>
              <a:buNone/>
              <a:defRPr sz="2000" b="1"/>
            </a:lvl2pPr>
            <a:lvl3pPr marL="1371600" indent="-228600" algn="l">
              <a:lnSpc>
                <a:spcPct val="90000"/>
              </a:lnSpc>
              <a:spcBef>
                <a:spcPts val="500"/>
              </a:spcBef>
              <a:spcAft>
                <a:spcPts val="0"/>
              </a:spcAft>
              <a:buClr>
                <a:schemeClr val="dk1"/>
              </a:buClr>
              <a:buSzPts val="1800"/>
              <a:buNone/>
              <a:defRPr sz="1800" b="1"/>
            </a:lvl3pPr>
            <a:lvl4pPr marL="1828800" indent="-228600" algn="l">
              <a:lnSpc>
                <a:spcPct val="90000"/>
              </a:lnSpc>
              <a:spcBef>
                <a:spcPts val="500"/>
              </a:spcBef>
              <a:spcAft>
                <a:spcPts val="0"/>
              </a:spcAft>
              <a:buClr>
                <a:schemeClr val="dk1"/>
              </a:buClr>
              <a:buSzPts val="1600"/>
              <a:buNone/>
              <a:defRPr sz="1600" b="1"/>
            </a:lvl4pPr>
            <a:lvl5pPr marL="2286000" indent="-228600" algn="l">
              <a:lnSpc>
                <a:spcPct val="90000"/>
              </a:lnSpc>
              <a:spcBef>
                <a:spcPts val="500"/>
              </a:spcBef>
              <a:spcAft>
                <a:spcPts val="0"/>
              </a:spcAft>
              <a:buClr>
                <a:schemeClr val="dk1"/>
              </a:buClr>
              <a:buSzPts val="1600"/>
              <a:buNone/>
              <a:defRPr sz="1600" b="1"/>
            </a:lvl5pPr>
            <a:lvl6pPr marL="2743200" indent="-228600" algn="l">
              <a:lnSpc>
                <a:spcPct val="90000"/>
              </a:lnSpc>
              <a:spcBef>
                <a:spcPts val="500"/>
              </a:spcBef>
              <a:spcAft>
                <a:spcPts val="0"/>
              </a:spcAft>
              <a:buClr>
                <a:schemeClr val="dk1"/>
              </a:buClr>
              <a:buSzPts val="1600"/>
              <a:buNone/>
              <a:defRPr sz="1600" b="1"/>
            </a:lvl6pPr>
            <a:lvl7pPr marL="3200400" indent="-228600" algn="l">
              <a:lnSpc>
                <a:spcPct val="90000"/>
              </a:lnSpc>
              <a:spcBef>
                <a:spcPts val="500"/>
              </a:spcBef>
              <a:spcAft>
                <a:spcPts val="0"/>
              </a:spcAft>
              <a:buClr>
                <a:schemeClr val="dk1"/>
              </a:buClr>
              <a:buSzPts val="1600"/>
              <a:buNone/>
              <a:defRPr sz="1600" b="1"/>
            </a:lvl7pPr>
            <a:lvl8pPr marL="3657600" indent="-228600" algn="l">
              <a:lnSpc>
                <a:spcPct val="90000"/>
              </a:lnSpc>
              <a:spcBef>
                <a:spcPts val="500"/>
              </a:spcBef>
              <a:spcAft>
                <a:spcPts val="0"/>
              </a:spcAft>
              <a:buClr>
                <a:schemeClr val="dk1"/>
              </a:buClr>
              <a:buSzPts val="1600"/>
              <a:buNone/>
              <a:defRPr sz="1600" b="1"/>
            </a:lvl8pPr>
            <a:lvl9pPr marL="4114800" indent="-228600" algn="l">
              <a:lnSpc>
                <a:spcPct val="90000"/>
              </a:lnSpc>
              <a:spcBef>
                <a:spcPts val="500"/>
              </a:spcBef>
              <a:spcAft>
                <a:spcPts val="0"/>
              </a:spcAft>
              <a:buClr>
                <a:schemeClr val="dk1"/>
              </a:buClr>
              <a:buSzPts val="1600"/>
              <a:buNone/>
              <a:defRPr sz="1600" b="1"/>
            </a:lvl9pPr>
          </a:lstStyle>
          <a:p xmlns:a="http://schemas.openxmlformats.org/drawingml/2006/main"/>
        </p:txBody>
      </p:sp>
      <p:sp>
        <p:nvSpPr>
          <p:cNvPr id="46" name="Google Shape;46;p19">
            <a:extLst xmlns:a="http://schemas.openxmlformats.org/drawingml/2006/main">
              <a:ext uri="{FF2B5EF4-FFF2-40B4-BE49-F238E27FC236}">
                <a16:creationId xmlns:a16="http://schemas.microsoft.com/office/drawing/2014/main" id="{4726D11B-896F-4F02-8EB9-20F06C9862A4}"/>
              </a:ext>
            </a:extLst>
          </p:cNvPr>
          <p:cNvSpPr>
            <a:spLocks xmlns:a="http://schemas.openxmlformats.org/drawingml/2006/main" noGrp="1"/>
          </p:cNvSpPr>
          <p:nvPr>
            <p:ph type="body" idx="4"/>
          </p:nvPr>
        </p:nvSpPr>
        <p:spPr>
          <a:xfrm xmlns:a="http://schemas.openxmlformats.org/drawingml/2006/main">
            <a:off x="6172200" y="2505075"/>
            <a:ext cx="5183188" cy="3684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47" name="Google Shape;47;p19">
            <a:extLst xmlns:a="http://schemas.openxmlformats.org/drawingml/2006/main">
              <a:ext uri="{FF2B5EF4-FFF2-40B4-BE49-F238E27FC236}">
                <a16:creationId xmlns:a16="http://schemas.microsoft.com/office/drawing/2014/main" id="{04B0D013-6F46-40E4-8C31-6DA4E740AFFA}"/>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48" name="Google Shape;48;p19">
            <a:extLst xmlns:a="http://schemas.openxmlformats.org/drawingml/2006/main">
              <a:ext uri="{FF2B5EF4-FFF2-40B4-BE49-F238E27FC236}">
                <a16:creationId xmlns:a16="http://schemas.microsoft.com/office/drawing/2014/main" id="{4C96E315-8E80-497D-B916-64A4FE8FFD8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49" name="Google Shape;49;p19">
            <a:extLst xmlns:a="http://schemas.openxmlformats.org/drawingml/2006/main">
              <a:ext uri="{FF2B5EF4-FFF2-40B4-BE49-F238E27FC236}">
                <a16:creationId xmlns:a16="http://schemas.microsoft.com/office/drawing/2014/main" id="{D695BC4C-8733-4FC3-9FD5-07BF27E236D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51" name="Google Shape;51;p20">
            <a:extLst xmlns:a="http://schemas.openxmlformats.org/drawingml/2006/main">
              <a:ext uri="{FF2B5EF4-FFF2-40B4-BE49-F238E27FC236}">
                <a16:creationId xmlns:a16="http://schemas.microsoft.com/office/drawing/2014/main" id="{9AF3A207-8F1B-4022-A860-7B717A2D65DA}"/>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52" name="Google Shape;52;p20">
            <a:extLst xmlns:a="http://schemas.openxmlformats.org/drawingml/2006/main">
              <a:ext uri="{FF2B5EF4-FFF2-40B4-BE49-F238E27FC236}">
                <a16:creationId xmlns:a16="http://schemas.microsoft.com/office/drawing/2014/main" id="{BDCC50B3-A10E-4F0B-BB3C-266D26EC0833}"/>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3" name="Google Shape;53;p20">
            <a:extLst xmlns:a="http://schemas.openxmlformats.org/drawingml/2006/main">
              <a:ext uri="{FF2B5EF4-FFF2-40B4-BE49-F238E27FC236}">
                <a16:creationId xmlns:a16="http://schemas.microsoft.com/office/drawing/2014/main" id="{4595313A-2E2B-411C-BEBE-A54022BC7384}"/>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4" name="Google Shape;54;p20">
            <a:extLst xmlns:a="http://schemas.openxmlformats.org/drawingml/2006/main">
              <a:ext uri="{FF2B5EF4-FFF2-40B4-BE49-F238E27FC236}">
                <a16:creationId xmlns:a16="http://schemas.microsoft.com/office/drawing/2014/main" id="{20E008DA-8AAF-4CE4-A7FB-75D01D608675}"/>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6" name="Google Shape;56;p21">
            <a:extLst xmlns:a="http://schemas.openxmlformats.org/drawingml/2006/main">
              <a:ext uri="{FF2B5EF4-FFF2-40B4-BE49-F238E27FC236}">
                <a16:creationId xmlns:a16="http://schemas.microsoft.com/office/drawing/2014/main" id="{987335C5-84E6-4E18-AD96-A3F3FF5A541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7" name="Google Shape;57;p21">
            <a:extLst xmlns:a="http://schemas.openxmlformats.org/drawingml/2006/main">
              <a:ext uri="{FF2B5EF4-FFF2-40B4-BE49-F238E27FC236}">
                <a16:creationId xmlns:a16="http://schemas.microsoft.com/office/drawing/2014/main" id="{69484FB6-9D36-4D87-956C-A6D439B0416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58" name="Google Shape;58;p21">
            <a:extLst xmlns:a="http://schemas.openxmlformats.org/drawingml/2006/main">
              <a:ext uri="{FF2B5EF4-FFF2-40B4-BE49-F238E27FC236}">
                <a16:creationId xmlns:a16="http://schemas.microsoft.com/office/drawing/2014/main" id="{2CA77C51-3332-495A-9444-85126A73F54E}"/>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Content with Caption" type="objTx">
  <p:cSld name="OBJECT_WITH_CAPTION_TEXT">
    <p:spTree>
      <p:nvGrpSpPr>
        <p:cNvPr id="1" name=""/>
        <p:cNvGrpSpPr/>
        <p:nvPr/>
      </p:nvGrpSpPr>
      <p:grpSpPr>
        <a:xfrm xmlns:a="http://schemas.openxmlformats.org/drawingml/2006/main"/>
      </p:grpSpPr>
      <p:sp>
        <p:nvSpPr>
          <p:cNvPr id="60" name="Google Shape;60;p22">
            <a:extLst xmlns:a="http://schemas.openxmlformats.org/drawingml/2006/main">
              <a:ext uri="{FF2B5EF4-FFF2-40B4-BE49-F238E27FC236}">
                <a16:creationId xmlns:a16="http://schemas.microsoft.com/office/drawing/2014/main" id="{276B1735-16B1-4FD6-815A-FF473FDA275E}"/>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3200"/>
              <a:buFont typeface="Calibri"/>
              <a:buNone/>
              <a:defRPr sz="32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61" name="Google Shape;61;p22">
            <a:extLst xmlns:a="http://schemas.openxmlformats.org/drawingml/2006/main">
              <a:ext uri="{FF2B5EF4-FFF2-40B4-BE49-F238E27FC236}">
                <a16:creationId xmlns:a16="http://schemas.microsoft.com/office/drawing/2014/main" id="{E620926F-99C2-4892-AA45-E8968FABF7F9}"/>
              </a:ext>
            </a:extLst>
          </p:cNvPr>
          <p:cNvSpPr>
            <a:spLocks xmlns:a="http://schemas.openxmlformats.org/drawingml/2006/main" noGrp="1"/>
          </p:cNvSpPr>
          <p:nvPr>
            <p:ph type="body" idx="1"/>
          </p:nvPr>
        </p:nvSpPr>
        <p:spPr>
          <a:xfrm xmlns:a="http://schemas.openxmlformats.org/drawingml/2006/main">
            <a:off x="5183188" y="987425"/>
            <a:ext cx="6172200" cy="48736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431800" algn="l">
              <a:lnSpc>
                <a:spcPct val="90000"/>
              </a:lnSpc>
              <a:spcBef>
                <a:spcPts val="1000"/>
              </a:spcBef>
              <a:spcAft>
                <a:spcPts val="0"/>
              </a:spcAft>
              <a:buClr>
                <a:schemeClr val="dk1"/>
              </a:buClr>
              <a:buSzPts val="3200"/>
              <a:buChar char="•"/>
              <a:defRPr sz="3200"/>
            </a:lvl1pPr>
            <a:lvl2pPr marL="914400" indent="-406400" algn="l">
              <a:lnSpc>
                <a:spcPct val="90000"/>
              </a:lnSpc>
              <a:spcBef>
                <a:spcPts val="500"/>
              </a:spcBef>
              <a:spcAft>
                <a:spcPts val="0"/>
              </a:spcAft>
              <a:buClr>
                <a:schemeClr val="dk1"/>
              </a:buClr>
              <a:buSzPts val="2800"/>
              <a:buChar char="•"/>
              <a:defRPr sz="2800"/>
            </a:lvl2pPr>
            <a:lvl3pPr marL="1371600" indent="-381000" algn="l">
              <a:lnSpc>
                <a:spcPct val="90000"/>
              </a:lnSpc>
              <a:spcBef>
                <a:spcPts val="500"/>
              </a:spcBef>
              <a:spcAft>
                <a:spcPts val="0"/>
              </a:spcAft>
              <a:buClr>
                <a:schemeClr val="dk1"/>
              </a:buClr>
              <a:buSzPts val="2400"/>
              <a:buChar char="•"/>
              <a:defRPr sz="2400"/>
            </a:lvl3pPr>
            <a:lvl4pPr marL="1828800" indent="-355600" algn="l">
              <a:lnSpc>
                <a:spcPct val="90000"/>
              </a:lnSpc>
              <a:spcBef>
                <a:spcPts val="500"/>
              </a:spcBef>
              <a:spcAft>
                <a:spcPts val="0"/>
              </a:spcAft>
              <a:buClr>
                <a:schemeClr val="dk1"/>
              </a:buClr>
              <a:buSzPts val="2000"/>
              <a:buChar char="•"/>
              <a:defRPr sz="2000"/>
            </a:lvl4pPr>
            <a:lvl5pPr marL="2286000" indent="-355600" algn="l">
              <a:lnSpc>
                <a:spcPct val="90000"/>
              </a:lnSpc>
              <a:spcBef>
                <a:spcPts val="500"/>
              </a:spcBef>
              <a:spcAft>
                <a:spcPts val="0"/>
              </a:spcAft>
              <a:buClr>
                <a:schemeClr val="dk1"/>
              </a:buClr>
              <a:buSzPts val="2000"/>
              <a:buChar char="•"/>
              <a:defRPr sz="2000"/>
            </a:lvl5pPr>
            <a:lvl6pPr marL="2743200" indent="-355600" algn="l">
              <a:lnSpc>
                <a:spcPct val="90000"/>
              </a:lnSpc>
              <a:spcBef>
                <a:spcPts val="500"/>
              </a:spcBef>
              <a:spcAft>
                <a:spcPts val="0"/>
              </a:spcAft>
              <a:buClr>
                <a:schemeClr val="dk1"/>
              </a:buClr>
              <a:buSzPts val="2000"/>
              <a:buChar char="•"/>
              <a:defRPr sz="2000"/>
            </a:lvl6pPr>
            <a:lvl7pPr marL="3200400" indent="-355600" algn="l">
              <a:lnSpc>
                <a:spcPct val="90000"/>
              </a:lnSpc>
              <a:spcBef>
                <a:spcPts val="500"/>
              </a:spcBef>
              <a:spcAft>
                <a:spcPts val="0"/>
              </a:spcAft>
              <a:buClr>
                <a:schemeClr val="dk1"/>
              </a:buClr>
              <a:buSzPts val="2000"/>
              <a:buChar char="•"/>
              <a:defRPr sz="2000"/>
            </a:lvl7pPr>
            <a:lvl8pPr marL="3657600" indent="-355600" algn="l">
              <a:lnSpc>
                <a:spcPct val="90000"/>
              </a:lnSpc>
              <a:spcBef>
                <a:spcPts val="500"/>
              </a:spcBef>
              <a:spcAft>
                <a:spcPts val="0"/>
              </a:spcAft>
              <a:buClr>
                <a:schemeClr val="dk1"/>
              </a:buClr>
              <a:buSzPts val="2000"/>
              <a:buChar char="•"/>
              <a:defRPr sz="2000"/>
            </a:lvl8pPr>
            <a:lvl9pPr marL="4114800" indent="-355600" algn="l">
              <a:lnSpc>
                <a:spcPct val="90000"/>
              </a:lnSpc>
              <a:spcBef>
                <a:spcPts val="500"/>
              </a:spcBef>
              <a:spcAft>
                <a:spcPts val="0"/>
              </a:spcAft>
              <a:buClr>
                <a:schemeClr val="dk1"/>
              </a:buClr>
              <a:buSzPts val="2000"/>
              <a:buChar char="•"/>
              <a:defRPr sz="2000"/>
            </a:lvl9pPr>
          </a:lstStyle>
          <a:p xmlns:a="http://schemas.openxmlformats.org/drawingml/2006/main"/>
        </p:txBody>
      </p:sp>
      <p:sp>
        <p:nvSpPr>
          <p:cNvPr id="62" name="Google Shape;62;p22">
            <a:extLst xmlns:a="http://schemas.openxmlformats.org/drawingml/2006/main">
              <a:ext uri="{FF2B5EF4-FFF2-40B4-BE49-F238E27FC236}">
                <a16:creationId xmlns:a16="http://schemas.microsoft.com/office/drawing/2014/main" id="{DF851E49-6D11-4F68-AD43-F633615E3438}"/>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chemeClr val="dk1"/>
              </a:buClr>
              <a:buSzPts val="1600"/>
              <a:buNone/>
              <a:defRPr sz="1600"/>
            </a:lvl1pPr>
            <a:lvl2pPr marL="914400" indent="-228600" algn="l">
              <a:lnSpc>
                <a:spcPct val="90000"/>
              </a:lnSpc>
              <a:spcBef>
                <a:spcPts val="500"/>
              </a:spcBef>
              <a:spcAft>
                <a:spcPts val="0"/>
              </a:spcAft>
              <a:buClr>
                <a:schemeClr val="dk1"/>
              </a:buClr>
              <a:buSzPts val="1400"/>
              <a:buNone/>
              <a:defRPr sz="1400"/>
            </a:lvl2pPr>
            <a:lvl3pPr marL="1371600" indent="-228600" algn="l">
              <a:lnSpc>
                <a:spcPct val="90000"/>
              </a:lnSpc>
              <a:spcBef>
                <a:spcPts val="500"/>
              </a:spcBef>
              <a:spcAft>
                <a:spcPts val="0"/>
              </a:spcAft>
              <a:buClr>
                <a:schemeClr val="dk1"/>
              </a:buClr>
              <a:buSzPts val="1200"/>
              <a:buNone/>
              <a:defRPr sz="1200"/>
            </a:lvl3pPr>
            <a:lvl4pPr marL="1828800" indent="-228600" algn="l">
              <a:lnSpc>
                <a:spcPct val="90000"/>
              </a:lnSpc>
              <a:spcBef>
                <a:spcPts val="500"/>
              </a:spcBef>
              <a:spcAft>
                <a:spcPts val="0"/>
              </a:spcAft>
              <a:buClr>
                <a:schemeClr val="dk1"/>
              </a:buClr>
              <a:buSzPts val="1000"/>
              <a:buNone/>
              <a:defRPr sz="1000"/>
            </a:lvl4pPr>
            <a:lvl5pPr marL="2286000" indent="-228600" algn="l">
              <a:lnSpc>
                <a:spcPct val="90000"/>
              </a:lnSpc>
              <a:spcBef>
                <a:spcPts val="500"/>
              </a:spcBef>
              <a:spcAft>
                <a:spcPts val="0"/>
              </a:spcAft>
              <a:buClr>
                <a:schemeClr val="dk1"/>
              </a:buClr>
              <a:buSzPts val="1000"/>
              <a:buNone/>
              <a:defRPr sz="1000"/>
            </a:lvl5pPr>
            <a:lvl6pPr marL="2743200" indent="-228600" algn="l">
              <a:lnSpc>
                <a:spcPct val="90000"/>
              </a:lnSpc>
              <a:spcBef>
                <a:spcPts val="500"/>
              </a:spcBef>
              <a:spcAft>
                <a:spcPts val="0"/>
              </a:spcAft>
              <a:buClr>
                <a:schemeClr val="dk1"/>
              </a:buClr>
              <a:buSzPts val="1000"/>
              <a:buNone/>
              <a:defRPr sz="1000"/>
            </a:lvl6pPr>
            <a:lvl7pPr marL="3200400" indent="-228600" algn="l">
              <a:lnSpc>
                <a:spcPct val="90000"/>
              </a:lnSpc>
              <a:spcBef>
                <a:spcPts val="500"/>
              </a:spcBef>
              <a:spcAft>
                <a:spcPts val="0"/>
              </a:spcAft>
              <a:buClr>
                <a:schemeClr val="dk1"/>
              </a:buClr>
              <a:buSzPts val="1000"/>
              <a:buNone/>
              <a:defRPr sz="1000"/>
            </a:lvl7pPr>
            <a:lvl8pPr marL="3657600" indent="-228600" algn="l">
              <a:lnSpc>
                <a:spcPct val="90000"/>
              </a:lnSpc>
              <a:spcBef>
                <a:spcPts val="500"/>
              </a:spcBef>
              <a:spcAft>
                <a:spcPts val="0"/>
              </a:spcAft>
              <a:buClr>
                <a:schemeClr val="dk1"/>
              </a:buClr>
              <a:buSzPts val="1000"/>
              <a:buNone/>
              <a:defRPr sz="1000"/>
            </a:lvl8pPr>
            <a:lvl9pPr marL="4114800" indent="-228600" algn="l">
              <a:lnSpc>
                <a:spcPct val="90000"/>
              </a:lnSpc>
              <a:spcBef>
                <a:spcPts val="500"/>
              </a:spcBef>
              <a:spcAft>
                <a:spcPts val="0"/>
              </a:spcAft>
              <a:buClr>
                <a:schemeClr val="dk1"/>
              </a:buClr>
              <a:buSzPts val="1000"/>
              <a:buNone/>
              <a:defRPr sz="1000"/>
            </a:lvl9pPr>
          </a:lstStyle>
          <a:p xmlns:a="http://schemas.openxmlformats.org/drawingml/2006/main"/>
        </p:txBody>
      </p:sp>
      <p:sp>
        <p:nvSpPr>
          <p:cNvPr id="63" name="Google Shape;63;p22">
            <a:extLst xmlns:a="http://schemas.openxmlformats.org/drawingml/2006/main">
              <a:ext uri="{FF2B5EF4-FFF2-40B4-BE49-F238E27FC236}">
                <a16:creationId xmlns:a16="http://schemas.microsoft.com/office/drawing/2014/main" id="{8E760144-FAFF-41C4-850A-676FEEE570C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64" name="Google Shape;64;p22">
            <a:extLst xmlns:a="http://schemas.openxmlformats.org/drawingml/2006/main">
              <a:ext uri="{FF2B5EF4-FFF2-40B4-BE49-F238E27FC236}">
                <a16:creationId xmlns:a16="http://schemas.microsoft.com/office/drawing/2014/main" id="{32A64C0B-BBEA-437C-88F3-A2F8829BD9BD}"/>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65" name="Google Shape;65;p22">
            <a:extLst xmlns:a="http://schemas.openxmlformats.org/drawingml/2006/main">
              <a:ext uri="{FF2B5EF4-FFF2-40B4-BE49-F238E27FC236}">
                <a16:creationId xmlns:a16="http://schemas.microsoft.com/office/drawing/2014/main" id="{A798C5B1-06F0-48CA-A058-6B5518246086}"/>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Picture with Caption" type="picTx">
  <p:cSld name="PICTURE_WITH_CAPTION_TEXT">
    <p:spTree>
      <p:nvGrpSpPr>
        <p:cNvPr id="1" name=""/>
        <p:cNvGrpSpPr/>
        <p:nvPr/>
      </p:nvGrpSpPr>
      <p:grpSpPr>
        <a:xfrm xmlns:a="http://schemas.openxmlformats.org/drawingml/2006/main"/>
      </p:grpSpPr>
      <p:sp>
        <p:nvSpPr>
          <p:cNvPr id="67" name="Google Shape;67;p23">
            <a:extLst xmlns:a="http://schemas.openxmlformats.org/drawingml/2006/main">
              <a:ext uri="{FF2B5EF4-FFF2-40B4-BE49-F238E27FC236}">
                <a16:creationId xmlns:a16="http://schemas.microsoft.com/office/drawing/2014/main" id="{75E6DC78-2F28-4354-9AB9-3698FBECC112}"/>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b">
            <a:normAutofit/>
          </a:bodyPr>
          <a:lstStyle xmlns:a="http://schemas.openxmlformats.org/drawingml/2006/main">
            <a:lvl1pPr algn="l">
              <a:lnSpc>
                <a:spcPct val="90000"/>
              </a:lnSpc>
              <a:spcBef>
                <a:spcPts val="0"/>
              </a:spcBef>
              <a:spcAft>
                <a:spcPts val="0"/>
              </a:spcAft>
              <a:buClr>
                <a:schemeClr val="dk1"/>
              </a:buClr>
              <a:buSzPts val="3200"/>
              <a:buFont typeface="Calibri"/>
              <a:buNone/>
              <a:defRPr sz="32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68" name="Google Shape;68;p23">
            <a:extLst xmlns:a="http://schemas.openxmlformats.org/drawingml/2006/main">
              <a:ext uri="{FF2B5EF4-FFF2-40B4-BE49-F238E27FC236}">
                <a16:creationId xmlns:a16="http://schemas.microsoft.com/office/drawing/2014/main" id="{73844946-4233-493B-A66D-C6B5C555971F}"/>
              </a:ext>
            </a:extLst>
          </p:cNvPr>
          <p:cNvSpPr>
            <a:spLocks xmlns:a="http://schemas.openxmlformats.org/drawingml/2006/main" noGrp="1"/>
          </p:cNvSpPr>
          <p:nvPr>
            <p:ph type="pic" idx="2"/>
          </p:nvPr>
        </p:nvSpPr>
        <p:spPr>
          <a:xfrm xmlns:a="http://schemas.openxmlformats.org/drawingml/2006/main">
            <a:off x="5183188" y="987425"/>
            <a:ext cx="6172200" cy="4873625"/>
          </a:xfrm>
          <a:prstGeom xmlns:a="http://schemas.openxmlformats.org/drawingml/2006/main" prst="rect">
            <a:avLst/>
          </a:prstGeom>
          <a:noFill xmlns:a="http://schemas.openxmlformats.org/drawingml/2006/main"/>
          <a:ln xmlns:a="http://schemas.openxmlformats.org/drawingml/2006/main">
            <a:noFill/>
          </a:ln>
        </p:spPr>
      </p:sp>
      <p:sp>
        <p:nvSpPr>
          <p:cNvPr id="69" name="Google Shape;69;p23">
            <a:extLst xmlns:a="http://schemas.openxmlformats.org/drawingml/2006/main">
              <a:ext uri="{FF2B5EF4-FFF2-40B4-BE49-F238E27FC236}">
                <a16:creationId xmlns:a16="http://schemas.microsoft.com/office/drawing/2014/main" id="{C23C22E2-90CB-4EE7-A051-D0CBC86B40C0}"/>
              </a:ext>
            </a:extLst>
          </p:cNvPr>
          <p:cNvSpPr>
            <a:spLocks xmlns:a="http://schemas.openxmlformats.org/drawingml/2006/main" noGrp="1"/>
          </p:cNvSpPr>
          <p:nvPr>
            <p:ph type="body" idx="1"/>
          </p:nvPr>
        </p:nvSpPr>
        <p:spPr>
          <a:xfrm xmlns:a="http://schemas.openxmlformats.org/drawingml/2006/main">
            <a:off x="839788" y="2057400"/>
            <a:ext cx="3932237" cy="38115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228600" algn="l">
              <a:lnSpc>
                <a:spcPct val="90000"/>
              </a:lnSpc>
              <a:spcBef>
                <a:spcPts val="1000"/>
              </a:spcBef>
              <a:spcAft>
                <a:spcPts val="0"/>
              </a:spcAft>
              <a:buClr>
                <a:schemeClr val="dk1"/>
              </a:buClr>
              <a:buSzPts val="1600"/>
              <a:buNone/>
              <a:defRPr sz="1600"/>
            </a:lvl1pPr>
            <a:lvl2pPr marL="914400" indent="-228600" algn="l">
              <a:lnSpc>
                <a:spcPct val="90000"/>
              </a:lnSpc>
              <a:spcBef>
                <a:spcPts val="500"/>
              </a:spcBef>
              <a:spcAft>
                <a:spcPts val="0"/>
              </a:spcAft>
              <a:buClr>
                <a:schemeClr val="dk1"/>
              </a:buClr>
              <a:buSzPts val="1400"/>
              <a:buNone/>
              <a:defRPr sz="1400"/>
            </a:lvl2pPr>
            <a:lvl3pPr marL="1371600" indent="-228600" algn="l">
              <a:lnSpc>
                <a:spcPct val="90000"/>
              </a:lnSpc>
              <a:spcBef>
                <a:spcPts val="500"/>
              </a:spcBef>
              <a:spcAft>
                <a:spcPts val="0"/>
              </a:spcAft>
              <a:buClr>
                <a:schemeClr val="dk1"/>
              </a:buClr>
              <a:buSzPts val="1200"/>
              <a:buNone/>
              <a:defRPr sz="1200"/>
            </a:lvl3pPr>
            <a:lvl4pPr marL="1828800" indent="-228600" algn="l">
              <a:lnSpc>
                <a:spcPct val="90000"/>
              </a:lnSpc>
              <a:spcBef>
                <a:spcPts val="500"/>
              </a:spcBef>
              <a:spcAft>
                <a:spcPts val="0"/>
              </a:spcAft>
              <a:buClr>
                <a:schemeClr val="dk1"/>
              </a:buClr>
              <a:buSzPts val="1000"/>
              <a:buNone/>
              <a:defRPr sz="1000"/>
            </a:lvl4pPr>
            <a:lvl5pPr marL="2286000" indent="-228600" algn="l">
              <a:lnSpc>
                <a:spcPct val="90000"/>
              </a:lnSpc>
              <a:spcBef>
                <a:spcPts val="500"/>
              </a:spcBef>
              <a:spcAft>
                <a:spcPts val="0"/>
              </a:spcAft>
              <a:buClr>
                <a:schemeClr val="dk1"/>
              </a:buClr>
              <a:buSzPts val="1000"/>
              <a:buNone/>
              <a:defRPr sz="1000"/>
            </a:lvl5pPr>
            <a:lvl6pPr marL="2743200" indent="-228600" algn="l">
              <a:lnSpc>
                <a:spcPct val="90000"/>
              </a:lnSpc>
              <a:spcBef>
                <a:spcPts val="500"/>
              </a:spcBef>
              <a:spcAft>
                <a:spcPts val="0"/>
              </a:spcAft>
              <a:buClr>
                <a:schemeClr val="dk1"/>
              </a:buClr>
              <a:buSzPts val="1000"/>
              <a:buNone/>
              <a:defRPr sz="1000"/>
            </a:lvl6pPr>
            <a:lvl7pPr marL="3200400" indent="-228600" algn="l">
              <a:lnSpc>
                <a:spcPct val="90000"/>
              </a:lnSpc>
              <a:spcBef>
                <a:spcPts val="500"/>
              </a:spcBef>
              <a:spcAft>
                <a:spcPts val="0"/>
              </a:spcAft>
              <a:buClr>
                <a:schemeClr val="dk1"/>
              </a:buClr>
              <a:buSzPts val="1000"/>
              <a:buNone/>
              <a:defRPr sz="1000"/>
            </a:lvl7pPr>
            <a:lvl8pPr marL="3657600" indent="-228600" algn="l">
              <a:lnSpc>
                <a:spcPct val="90000"/>
              </a:lnSpc>
              <a:spcBef>
                <a:spcPts val="500"/>
              </a:spcBef>
              <a:spcAft>
                <a:spcPts val="0"/>
              </a:spcAft>
              <a:buClr>
                <a:schemeClr val="dk1"/>
              </a:buClr>
              <a:buSzPts val="1000"/>
              <a:buNone/>
              <a:defRPr sz="1000"/>
            </a:lvl8pPr>
            <a:lvl9pPr marL="4114800" indent="-228600" algn="l">
              <a:lnSpc>
                <a:spcPct val="90000"/>
              </a:lnSpc>
              <a:spcBef>
                <a:spcPts val="500"/>
              </a:spcBef>
              <a:spcAft>
                <a:spcPts val="0"/>
              </a:spcAft>
              <a:buClr>
                <a:schemeClr val="dk1"/>
              </a:buClr>
              <a:buSzPts val="1000"/>
              <a:buNone/>
              <a:defRPr sz="1000"/>
            </a:lvl9pPr>
          </a:lstStyle>
          <a:p xmlns:a="http://schemas.openxmlformats.org/drawingml/2006/main"/>
        </p:txBody>
      </p:sp>
      <p:sp>
        <p:nvSpPr>
          <p:cNvPr id="70" name="Google Shape;70;p23">
            <a:extLst xmlns:a="http://schemas.openxmlformats.org/drawingml/2006/main">
              <a:ext uri="{FF2B5EF4-FFF2-40B4-BE49-F238E27FC236}">
                <a16:creationId xmlns:a16="http://schemas.microsoft.com/office/drawing/2014/main" id="{468CF7FE-A4F1-41F7-94F8-298C6FD82948}"/>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1" name="Google Shape;71;p23">
            <a:extLst xmlns:a="http://schemas.openxmlformats.org/drawingml/2006/main">
              <a:ext uri="{FF2B5EF4-FFF2-40B4-BE49-F238E27FC236}">
                <a16:creationId xmlns:a16="http://schemas.microsoft.com/office/drawing/2014/main" id="{32C8E567-BB43-4CE5-9558-AE5EA0DB30F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2" name="Google Shape;72;p23">
            <a:extLst xmlns:a="http://schemas.openxmlformats.org/drawingml/2006/main">
              <a:ext uri="{FF2B5EF4-FFF2-40B4-BE49-F238E27FC236}">
                <a16:creationId xmlns:a16="http://schemas.microsoft.com/office/drawing/2014/main" id="{5AF19D42-DAB9-4B6F-A7D0-31A17F16170E}"/>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Title and Vertical Text" type="vertTx">
  <p:cSld name="VERTICAL_TEXT">
    <p:spTree>
      <p:nvGrpSpPr>
        <p:cNvPr id="1" name=""/>
        <p:cNvGrpSpPr/>
        <p:nvPr/>
      </p:nvGrpSpPr>
      <p:grpSpPr>
        <a:xfrm xmlns:a="http://schemas.openxmlformats.org/drawingml/2006/main"/>
      </p:grpSpPr>
      <p:sp>
        <p:nvSpPr>
          <p:cNvPr id="74" name="Google Shape;74;p24">
            <a:extLst xmlns:a="http://schemas.openxmlformats.org/drawingml/2006/main">
              <a:ext uri="{FF2B5EF4-FFF2-40B4-BE49-F238E27FC236}">
                <a16:creationId xmlns:a16="http://schemas.microsoft.com/office/drawing/2014/main" id="{FBEB2FF7-5AEB-42F1-9A0F-44A1C26D2BEA}"/>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75" name="Google Shape;75;p24">
            <a:extLst xmlns:a="http://schemas.openxmlformats.org/drawingml/2006/main">
              <a:ext uri="{FF2B5EF4-FFF2-40B4-BE49-F238E27FC236}">
                <a16:creationId xmlns:a16="http://schemas.microsoft.com/office/drawing/2014/main" id="{F5D8932C-4A62-40FC-B518-87E8618FB4EB}"/>
              </a:ext>
            </a:extLst>
          </p:cNvPr>
          <p:cNvSpPr>
            <a:spLocks xmlns:a="http://schemas.openxmlformats.org/drawingml/2006/main" noGrp="1"/>
          </p:cNvSpPr>
          <p:nvPr>
            <p:ph type="body" idx="1"/>
          </p:nvPr>
        </p:nvSpPr>
        <p:spPr>
          <a:xfrm xmlns:a="http://schemas.openxmlformats.org/drawingml/2006/main" rot="5400000">
            <a:off x="3920331" y="-1256506"/>
            <a:ext cx="4351338" cy="10515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76" name="Google Shape;76;p24">
            <a:extLst xmlns:a="http://schemas.openxmlformats.org/drawingml/2006/main">
              <a:ext uri="{FF2B5EF4-FFF2-40B4-BE49-F238E27FC236}">
                <a16:creationId xmlns:a16="http://schemas.microsoft.com/office/drawing/2014/main" id="{F72F6BF8-DF49-495B-9E67-E7BEDBE7E4FA}"/>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7" name="Google Shape;77;p24">
            <a:extLst xmlns:a="http://schemas.openxmlformats.org/drawingml/2006/main">
              <a:ext uri="{FF2B5EF4-FFF2-40B4-BE49-F238E27FC236}">
                <a16:creationId xmlns:a16="http://schemas.microsoft.com/office/drawing/2014/main" id="{5381A871-4097-47FA-ACD0-11A8F97C4A27}"/>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78" name="Google Shape;78;p24">
            <a:extLst xmlns:a="http://schemas.openxmlformats.org/drawingml/2006/main">
              <a:ext uri="{FF2B5EF4-FFF2-40B4-BE49-F238E27FC236}">
                <a16:creationId xmlns:a16="http://schemas.microsoft.com/office/drawing/2014/main" id="{6441E9E5-0FA1-4139-9CCC-6C15DE66D37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Vertical Title and Text" type="vertTitleAndTx">
  <p:cSld name="VERTICAL_TITLE_AND_VERTICAL_TEXT">
    <p:spTree>
      <p:nvGrpSpPr>
        <p:cNvPr id="1" name=""/>
        <p:cNvGrpSpPr/>
        <p:nvPr/>
      </p:nvGrpSpPr>
      <p:grpSpPr>
        <a:xfrm xmlns:a="http://schemas.openxmlformats.org/drawingml/2006/main"/>
      </p:grpSpPr>
      <p:sp>
        <p:nvSpPr>
          <p:cNvPr id="80" name="Google Shape;80;p25">
            <a:extLst xmlns:a="http://schemas.openxmlformats.org/drawingml/2006/main">
              <a:ext uri="{FF2B5EF4-FFF2-40B4-BE49-F238E27FC236}">
                <a16:creationId xmlns:a16="http://schemas.microsoft.com/office/drawing/2014/main" id="{87B2D46C-E1CE-4C0B-9E3F-D987169B1B0A}"/>
              </a:ext>
            </a:extLst>
          </p:cNvPr>
          <p:cNvSpPr>
            <a:spLocks xmlns:a="http://schemas.openxmlformats.org/drawingml/2006/main" noGrp="1"/>
          </p:cNvSpPr>
          <p:nvPr>
            <p:ph type="title" idx="0"/>
          </p:nvPr>
        </p:nvSpPr>
        <p:spPr>
          <a:xfrm xmlns:a="http://schemas.openxmlformats.org/drawingml/2006/main" rot="5400000">
            <a:off x="7133431" y="1956594"/>
            <a:ext cx="5811838" cy="262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algn="l">
              <a:lnSpc>
                <a:spcPct val="90000"/>
              </a:lnSpc>
              <a:spcBef>
                <a:spcPts val="0"/>
              </a:spcBef>
              <a:spcAft>
                <a:spcPts val="0"/>
              </a:spcAft>
              <a:buClr>
                <a:schemeClr val="dk1"/>
              </a:buClr>
              <a:buSzPts val="18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p:txBody>
      </p:sp>
      <p:sp>
        <p:nvSpPr>
          <p:cNvPr id="81" name="Google Shape;81;p25">
            <a:extLst xmlns:a="http://schemas.openxmlformats.org/drawingml/2006/main">
              <a:ext uri="{FF2B5EF4-FFF2-40B4-BE49-F238E27FC236}">
                <a16:creationId xmlns:a16="http://schemas.microsoft.com/office/drawing/2014/main" id="{471169DE-2503-477E-9936-0DE9D39ABC3B}"/>
              </a:ext>
            </a:extLst>
          </p:cNvPr>
          <p:cNvSpPr>
            <a:spLocks xmlns:a="http://schemas.openxmlformats.org/drawingml/2006/main" noGrp="1"/>
          </p:cNvSpPr>
          <p:nvPr>
            <p:ph type="body" idx="1"/>
          </p:nvPr>
        </p:nvSpPr>
        <p:spPr>
          <a:xfrm xmlns:a="http://schemas.openxmlformats.org/drawingml/2006/main" rot="5400000">
            <a:off x="1799431" y="-596106"/>
            <a:ext cx="5811838" cy="7734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indent="-342900" algn="l">
              <a:lnSpc>
                <a:spcPct val="90000"/>
              </a:lnSpc>
              <a:spcBef>
                <a:spcPts val="1000"/>
              </a:spcBef>
              <a:spcAft>
                <a:spcPts val="0"/>
              </a:spcAft>
              <a:buClr>
                <a:schemeClr val="dk1"/>
              </a:buClr>
              <a:buSzPts val="1800"/>
              <a:buChar char="•"/>
              <a:defRPr/>
            </a:lvl1pPr>
            <a:lvl2pPr marL="914400" indent="-342900" algn="l">
              <a:lnSpc>
                <a:spcPct val="90000"/>
              </a:lnSpc>
              <a:spcBef>
                <a:spcPts val="500"/>
              </a:spcBef>
              <a:spcAft>
                <a:spcPts val="0"/>
              </a:spcAft>
              <a:buClr>
                <a:schemeClr val="dk1"/>
              </a:buClr>
              <a:buSzPts val="1800"/>
              <a:buChar char="•"/>
              <a:defRPr/>
            </a:lvl2pPr>
            <a:lvl3pPr marL="1371600" indent="-342900" algn="l">
              <a:lnSpc>
                <a:spcPct val="90000"/>
              </a:lnSpc>
              <a:spcBef>
                <a:spcPts val="500"/>
              </a:spcBef>
              <a:spcAft>
                <a:spcPts val="0"/>
              </a:spcAft>
              <a:buClr>
                <a:schemeClr val="dk1"/>
              </a:buClr>
              <a:buSzPts val="1800"/>
              <a:buChar char="•"/>
              <a:defRPr/>
            </a:lvl3pPr>
            <a:lvl4pPr marL="1828800" indent="-342900" algn="l">
              <a:lnSpc>
                <a:spcPct val="90000"/>
              </a:lnSpc>
              <a:spcBef>
                <a:spcPts val="500"/>
              </a:spcBef>
              <a:spcAft>
                <a:spcPts val="0"/>
              </a:spcAft>
              <a:buClr>
                <a:schemeClr val="dk1"/>
              </a:buClr>
              <a:buSzPts val="1800"/>
              <a:buChar char="•"/>
              <a:defRPr/>
            </a:lvl4pPr>
            <a:lvl5pPr marL="2286000" indent="-342900" algn="l">
              <a:lnSpc>
                <a:spcPct val="90000"/>
              </a:lnSpc>
              <a:spcBef>
                <a:spcPts val="500"/>
              </a:spcBef>
              <a:spcAft>
                <a:spcPts val="0"/>
              </a:spcAft>
              <a:buClr>
                <a:schemeClr val="dk1"/>
              </a:buClr>
              <a:buSzPts val="1800"/>
              <a:buChar char="•"/>
              <a:defRPr/>
            </a:lvl5pPr>
            <a:lvl6pPr marL="2743200" indent="-342900" algn="l">
              <a:lnSpc>
                <a:spcPct val="90000"/>
              </a:lnSpc>
              <a:spcBef>
                <a:spcPts val="500"/>
              </a:spcBef>
              <a:spcAft>
                <a:spcPts val="0"/>
              </a:spcAft>
              <a:buClr>
                <a:schemeClr val="dk1"/>
              </a:buClr>
              <a:buSzPts val="1800"/>
              <a:buChar char="•"/>
              <a:defRPr/>
            </a:lvl6pPr>
            <a:lvl7pPr marL="3200400" indent="-342900" algn="l">
              <a:lnSpc>
                <a:spcPct val="90000"/>
              </a:lnSpc>
              <a:spcBef>
                <a:spcPts val="500"/>
              </a:spcBef>
              <a:spcAft>
                <a:spcPts val="0"/>
              </a:spcAft>
              <a:buClr>
                <a:schemeClr val="dk1"/>
              </a:buClr>
              <a:buSzPts val="1800"/>
              <a:buChar char="•"/>
              <a:defRPr/>
            </a:lvl7pPr>
            <a:lvl8pPr marL="3657600" indent="-342900" algn="l">
              <a:lnSpc>
                <a:spcPct val="90000"/>
              </a:lnSpc>
              <a:spcBef>
                <a:spcPts val="500"/>
              </a:spcBef>
              <a:spcAft>
                <a:spcPts val="0"/>
              </a:spcAft>
              <a:buClr>
                <a:schemeClr val="dk1"/>
              </a:buClr>
              <a:buSzPts val="1800"/>
              <a:buChar char="•"/>
              <a:defRPr/>
            </a:lvl8pPr>
            <a:lvl9pPr marL="4114800" indent="-342900" algn="l">
              <a:lnSpc>
                <a:spcPct val="90000"/>
              </a:lnSpc>
              <a:spcBef>
                <a:spcPts val="500"/>
              </a:spcBef>
              <a:spcAft>
                <a:spcPts val="0"/>
              </a:spcAft>
              <a:buClr>
                <a:schemeClr val="dk1"/>
              </a:buClr>
              <a:buSzPts val="1800"/>
              <a:buChar char="•"/>
              <a:defRPr/>
            </a:lvl9pPr>
          </a:lstStyle>
          <a:p xmlns:a="http://schemas.openxmlformats.org/drawingml/2006/main"/>
        </p:txBody>
      </p:sp>
      <p:sp>
        <p:nvSpPr>
          <p:cNvPr id="82" name="Google Shape;82;p25">
            <a:extLst xmlns:a="http://schemas.openxmlformats.org/drawingml/2006/main">
              <a:ext uri="{FF2B5EF4-FFF2-40B4-BE49-F238E27FC236}">
                <a16:creationId xmlns:a16="http://schemas.microsoft.com/office/drawing/2014/main" id="{BA24F250-0AD1-48B2-924B-939E4B7196D4}"/>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83" name="Google Shape;83;p25">
            <a:extLst xmlns:a="http://schemas.openxmlformats.org/drawingml/2006/main">
              <a:ext uri="{FF2B5EF4-FFF2-40B4-BE49-F238E27FC236}">
                <a16:creationId xmlns:a16="http://schemas.microsoft.com/office/drawing/2014/main" id="{36A1F827-E04B-4074-80E3-C63BC654730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ctr">
              <a:spcBef>
                <a:spcPts val="0"/>
              </a:spcBef>
              <a:spcAft>
                <a:spcPts val="0"/>
              </a:spcAft>
              <a:buSzPts val="1400"/>
              <a:buNone/>
              <a:defRPr/>
            </a:lvl1pPr>
            <a:lvl2pPr algn="l">
              <a:spcBef>
                <a:spcPts val="0"/>
              </a:spcBef>
              <a:spcAft>
                <a:spcPts val="0"/>
              </a:spcAft>
              <a:buSzPts val="1400"/>
              <a:buNone/>
              <a:defRPr/>
            </a:lvl2pPr>
            <a:lvl3pPr algn="l">
              <a:spcBef>
                <a:spcPts val="0"/>
              </a:spcBef>
              <a:spcAft>
                <a:spcPts val="0"/>
              </a:spcAft>
              <a:buSzPts val="1400"/>
              <a:buNone/>
              <a:defRPr/>
            </a:lvl3pPr>
            <a:lvl4pPr algn="l">
              <a:spcBef>
                <a:spcPts val="0"/>
              </a:spcBef>
              <a:spcAft>
                <a:spcPts val="0"/>
              </a:spcAft>
              <a:buSzPts val="1400"/>
              <a:buNone/>
              <a:defRPr/>
            </a:lvl4pPr>
            <a:lvl5pPr algn="l">
              <a:spcBef>
                <a:spcPts val="0"/>
              </a:spcBef>
              <a:spcAft>
                <a:spcPts val="0"/>
              </a:spcAft>
              <a:buSzPts val="1400"/>
              <a:buNone/>
              <a:defRPr/>
            </a:lvl5pPr>
            <a:lvl6pPr algn="l">
              <a:spcBef>
                <a:spcPts val="0"/>
              </a:spcBef>
              <a:spcAft>
                <a:spcPts val="0"/>
              </a:spcAft>
              <a:buSzPts val="1400"/>
              <a:buNone/>
              <a:defRPr/>
            </a:lvl6pPr>
            <a:lvl7pPr algn="l">
              <a:spcBef>
                <a:spcPts val="0"/>
              </a:spcBef>
              <a:spcAft>
                <a:spcPts val="0"/>
              </a:spcAft>
              <a:buSzPts val="1400"/>
              <a:buNone/>
              <a:defRPr/>
            </a:lvl7pPr>
            <a:lvl8pPr algn="l">
              <a:spcBef>
                <a:spcPts val="0"/>
              </a:spcBef>
              <a:spcAft>
                <a:spcPts val="0"/>
              </a:spcAft>
              <a:buSzPts val="1400"/>
              <a:buNone/>
              <a:defRPr/>
            </a:lvl8pPr>
            <a:lvl9pPr algn="l">
              <a:spcBef>
                <a:spcPts val="0"/>
              </a:spcBef>
              <a:spcAft>
                <a:spcPts val="0"/>
              </a:spcAft>
              <a:buSzPts val="1400"/>
              <a:buNone/>
              <a:defRPr/>
            </a:lvl9pPr>
          </a:lstStyle>
          <a:p xmlns:a="http://schemas.openxmlformats.org/drawingml/2006/main"/>
        </p:txBody>
      </p:sp>
      <p:sp>
        <p:nvSpPr>
          <p:cNvPr id="84" name="Google Shape;84;p25">
            <a:extLst xmlns:a="http://schemas.openxmlformats.org/drawingml/2006/main">
              <a:ext uri="{FF2B5EF4-FFF2-40B4-BE49-F238E27FC236}">
                <a16:creationId xmlns:a16="http://schemas.microsoft.com/office/drawing/2014/main" id="{4286900E-92C1-4CF6-B45F-C0706AC485BD}"/>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76f22fe8dde4332" /><Relationship Type="http://schemas.openxmlformats.org/officeDocument/2006/relationships/slideLayout" Target="/ppt/slideLayouts/slideLayout1.xml" Id="R9ea13d51dbd24c08" /><Relationship Type="http://schemas.openxmlformats.org/officeDocument/2006/relationships/slideLayout" Target="/ppt/slideLayouts/slideLayout2.xml" Id="R77c7c9f829ef4f1d" /><Relationship Type="http://schemas.openxmlformats.org/officeDocument/2006/relationships/slideLayout" Target="/ppt/slideLayouts/slideLayout3.xml" Id="R1f5ce96b71044da0" /><Relationship Type="http://schemas.openxmlformats.org/officeDocument/2006/relationships/slideLayout" Target="/ppt/slideLayouts/slideLayout4.xml" Id="R377fa7757ad34f0c" /><Relationship Type="http://schemas.openxmlformats.org/officeDocument/2006/relationships/slideLayout" Target="/ppt/slideLayouts/slideLayout5.xml" Id="R12cf8f04728e4472" /><Relationship Type="http://schemas.openxmlformats.org/officeDocument/2006/relationships/slideLayout" Target="/ppt/slideLayouts/slideLayout6.xml" Id="R1d1fc68309d94693" /><Relationship Type="http://schemas.openxmlformats.org/officeDocument/2006/relationships/slideLayout" Target="/ppt/slideLayouts/slideLayout7.xml" Id="Rb8245e709a044920" /><Relationship Type="http://schemas.openxmlformats.org/officeDocument/2006/relationships/slideLayout" Target="/ppt/slideLayouts/slideLayout8.xml" Id="Rbf243909a1054e17" /><Relationship Type="http://schemas.openxmlformats.org/officeDocument/2006/relationships/slideLayout" Target="/ppt/slideLayouts/slideLayout9.xml" Id="Rc846715215254b0d" /><Relationship Type="http://schemas.openxmlformats.org/officeDocument/2006/relationships/slideLayout" Target="/ppt/slideLayouts/slideLayout10.xml" Id="R2a61584251044b9d" /><Relationship Type="http://schemas.openxmlformats.org/officeDocument/2006/relationships/slideLayout" Target="/ppt/slideLayouts/slideLayout11.xml" Id="R54bd024c0ae94e1e" /><Relationship Type="http://schemas.openxmlformats.org/officeDocument/2006/relationships/slideLayout" Target="/ppt/slideLayouts/slideLayout12.xml" Id="R4d275df147904f41"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10" name="Google Shape;10;p13">
            <a:extLst xmlns:a="http://schemas.openxmlformats.org/drawingml/2006/main">
              <a:ext uri="{FF2B5EF4-FFF2-40B4-BE49-F238E27FC236}">
                <a16:creationId xmlns:a16="http://schemas.microsoft.com/office/drawing/2014/main" id="{FD0B5D96-23F2-4F33-98F2-82F6C4DEA34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lvl1pPr marR="0" algn="l">
              <a:lnSpc>
                <a:spcPct val="90000"/>
              </a:lnSpc>
              <a:spcBef>
                <a:spcPts val="0"/>
              </a:spcBef>
              <a:spcAft>
                <a:spcPts val="0"/>
              </a:spcAft>
              <a:buClr>
                <a:schemeClr val="dk1"/>
              </a:buClr>
              <a:buSzPts val="4400"/>
              <a:buFont typeface="Calibri"/>
              <a:buNone/>
              <a:defRPr sz="4400" b="0" i="0" u="none" cap="none">
                <a:solidFill>
                  <a:schemeClr val="dk1"/>
                </a:solidFill>
                <a:latin typeface="Calibri"/>
                <a:ea typeface="Calibri"/>
                <a:cs typeface="Calibri"/>
              </a:defRPr>
            </a:lvl1pPr>
            <a:lvl2pPr>
              <a:spcBef>
                <a:spcPts val="0"/>
              </a:spcBef>
              <a:spcAft>
                <a:spcPts val="0"/>
              </a:spcAft>
              <a:buSzPts val="1400"/>
              <a:buNone/>
              <a:defRPr sz="1800"/>
            </a:lvl2pPr>
            <a:lvl3pPr>
              <a:spcBef>
                <a:spcPts val="0"/>
              </a:spcBef>
              <a:spcAft>
                <a:spcPts val="0"/>
              </a:spcAft>
              <a:buSzPts val="1400"/>
              <a:buNone/>
              <a:defRPr sz="1800"/>
            </a:lvl3pPr>
            <a:lvl4pPr>
              <a:spcBef>
                <a:spcPts val="0"/>
              </a:spcBef>
              <a:spcAft>
                <a:spcPts val="0"/>
              </a:spcAft>
              <a:buSzPts val="1400"/>
              <a:buNone/>
              <a:defRPr sz="1800"/>
            </a:lvl4pPr>
            <a:lvl5pPr>
              <a:spcBef>
                <a:spcPts val="0"/>
              </a:spcBef>
              <a:spcAft>
                <a:spcPts val="0"/>
              </a:spcAft>
              <a:buSzPts val="1400"/>
              <a:buNone/>
              <a:defRPr sz="1800"/>
            </a:lvl5pPr>
            <a:lvl6pPr>
              <a:spcBef>
                <a:spcPts val="0"/>
              </a:spcBef>
              <a:spcAft>
                <a:spcPts val="0"/>
              </a:spcAft>
              <a:buSzPts val="1400"/>
              <a:buNone/>
              <a:defRPr sz="1800"/>
            </a:lvl6pPr>
            <a:lvl7pPr>
              <a:spcBef>
                <a:spcPts val="0"/>
              </a:spcBef>
              <a:spcAft>
                <a:spcPts val="0"/>
              </a:spcAft>
              <a:buSzPts val="1400"/>
              <a:buNone/>
              <a:defRPr sz="1800"/>
            </a:lvl7pPr>
            <a:lvl8pPr>
              <a:spcBef>
                <a:spcPts val="0"/>
              </a:spcBef>
              <a:spcAft>
                <a:spcPts val="0"/>
              </a:spcAft>
              <a:buSzPts val="1400"/>
              <a:buNone/>
              <a:defRPr sz="1800"/>
            </a:lvl8pPr>
            <a:lvl9pPr>
              <a:spcBef>
                <a:spcPts val="0"/>
              </a:spcBef>
              <a:spcAft>
                <a:spcPts val="0"/>
              </a:spcAft>
              <a:buSzPts val="1400"/>
              <a:buNone/>
              <a:defRPr sz="1800"/>
            </a:lvl9pPr>
          </a:lstStyle>
          <a:p xmlns:a="http://schemas.openxmlformats.org/drawingml/2006/main"/>
        </p:txBody>
      </p:sp>
      <p:sp>
        <p:nvSpPr>
          <p:cNvPr id="11" name="Google Shape;11;p13">
            <a:extLst xmlns:a="http://schemas.openxmlformats.org/drawingml/2006/main">
              <a:ext uri="{FF2B5EF4-FFF2-40B4-BE49-F238E27FC236}">
                <a16:creationId xmlns:a16="http://schemas.microsoft.com/office/drawing/2014/main" id="{6747732C-209F-4683-9560-4B062402D5CF}"/>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lvl1pPr marL="457200" marR="0" indent="-406400" algn="l">
              <a:lnSpc>
                <a:spcPct val="90000"/>
              </a:lnSpc>
              <a:spcBef>
                <a:spcPts val="1000"/>
              </a:spcBef>
              <a:spcAft>
                <a:spcPts val="0"/>
              </a:spcAft>
              <a:buClr>
                <a:schemeClr val="dk1"/>
              </a:buClr>
              <a:buSzPts val="2800"/>
              <a:buFont typeface="Arial"/>
              <a:buChar char="•"/>
              <a:defRPr sz="2800" b="0" i="0" u="none" cap="none">
                <a:solidFill>
                  <a:schemeClr val="dk1"/>
                </a:solidFill>
                <a:latin typeface="Calibri"/>
                <a:ea typeface="Calibri"/>
                <a:cs typeface="Calibri"/>
              </a:defRPr>
            </a:lvl1pPr>
            <a:lvl2pPr marL="914400" marR="0" indent="-381000" algn="l">
              <a:lnSpc>
                <a:spcPct val="90000"/>
              </a:lnSpc>
              <a:spcBef>
                <a:spcPts val="500"/>
              </a:spcBef>
              <a:spcAft>
                <a:spcPts val="0"/>
              </a:spcAft>
              <a:buClr>
                <a:schemeClr val="dk1"/>
              </a:buClr>
              <a:buSzPts val="2400"/>
              <a:buFont typeface="Arial"/>
              <a:buChar char="•"/>
              <a:defRPr sz="2400" b="0" i="0" u="none" cap="none">
                <a:solidFill>
                  <a:schemeClr val="dk1"/>
                </a:solidFill>
                <a:latin typeface="Calibri"/>
                <a:ea typeface="Calibri"/>
                <a:cs typeface="Calibri"/>
              </a:defRPr>
            </a:lvl2pPr>
            <a:lvl3pPr marL="1371600" marR="0" indent="-355600" algn="l">
              <a:lnSpc>
                <a:spcPct val="90000"/>
              </a:lnSpc>
              <a:spcBef>
                <a:spcPts val="500"/>
              </a:spcBef>
              <a:spcAft>
                <a:spcPts val="0"/>
              </a:spcAft>
              <a:buClr>
                <a:schemeClr val="dk1"/>
              </a:buClr>
              <a:buSzPts val="2000"/>
              <a:buFont typeface="Arial"/>
              <a:buChar char="•"/>
              <a:defRPr sz="2000" b="0" i="0" u="none" cap="none">
                <a:solidFill>
                  <a:schemeClr val="dk1"/>
                </a:solidFill>
                <a:latin typeface="Calibri"/>
                <a:ea typeface="Calibri"/>
                <a:cs typeface="Calibri"/>
              </a:defRPr>
            </a:lvl3pPr>
            <a:lvl4pPr marL="18288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4pPr>
            <a:lvl5pPr marL="22860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5pPr>
            <a:lvl6pPr marL="27432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6pPr>
            <a:lvl7pPr marL="32004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7pPr>
            <a:lvl8pPr marL="36576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8pPr>
            <a:lvl9pPr marL="4114800" marR="0" indent="-342900" algn="l">
              <a:lnSpc>
                <a:spcPct val="90000"/>
              </a:lnSpc>
              <a:spcBef>
                <a:spcPts val="500"/>
              </a:spcBef>
              <a:spcAft>
                <a:spcPts val="0"/>
              </a:spcAft>
              <a:buClr>
                <a:schemeClr val="dk1"/>
              </a:buClr>
              <a:buSzPts val="1800"/>
              <a:buFont typeface="Arial"/>
              <a:buChar char="•"/>
              <a:defRPr sz="1800" b="0" i="0" u="none" cap="none">
                <a:solidFill>
                  <a:schemeClr val="dk1"/>
                </a:solidFill>
                <a:latin typeface="Calibri"/>
                <a:ea typeface="Calibri"/>
                <a:cs typeface="Calibri"/>
              </a:defRPr>
            </a:lvl9pPr>
          </a:lstStyle>
          <a:p xmlns:a="http://schemas.openxmlformats.org/drawingml/2006/main"/>
        </p:txBody>
      </p:sp>
      <p:sp>
        <p:nvSpPr>
          <p:cNvPr id="12" name="Google Shape;12;p13">
            <a:extLst xmlns:a="http://schemas.openxmlformats.org/drawingml/2006/main">
              <a:ext uri="{FF2B5EF4-FFF2-40B4-BE49-F238E27FC236}">
                <a16:creationId xmlns:a16="http://schemas.microsoft.com/office/drawing/2014/main" id="{28622E4B-8E89-4A89-A702-9A97D0E03777}"/>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l">
              <a:spcBef>
                <a:spcPts val="0"/>
              </a:spcBef>
              <a:spcAft>
                <a:spcPts val="0"/>
              </a:spcAft>
              <a:buSzPts val="1400"/>
              <a:buNone/>
              <a:defRPr sz="1200" b="0" i="0" u="none" cap="none">
                <a:solidFill>
                  <a:srgbClr val="888888"/>
                </a:solidFill>
                <a:latin typeface="Calibri"/>
                <a:ea typeface="Calibri"/>
                <a:cs typeface="Calibri"/>
              </a:defRPr>
            </a:lvl1pPr>
            <a:lvl2pPr marR="0" algn="l">
              <a:spcBef>
                <a:spcPts val="0"/>
              </a:spcBef>
              <a:spcAft>
                <a:spcPts val="0"/>
              </a:spcAft>
              <a:buSzPts val="1400"/>
              <a:buNone/>
              <a:defRPr sz="1800" b="0" i="0" u="none" cap="none">
                <a:solidFill>
                  <a:schemeClr val="dk1"/>
                </a:solidFill>
                <a:latin typeface="Calibri"/>
                <a:ea typeface="Calibri"/>
                <a:cs typeface="Calibri"/>
              </a:defRPr>
            </a:lvl2pPr>
            <a:lvl3pPr marR="0" algn="l">
              <a:spcBef>
                <a:spcPts val="0"/>
              </a:spcBef>
              <a:spcAft>
                <a:spcPts val="0"/>
              </a:spcAft>
              <a:buSzPts val="1400"/>
              <a:buNone/>
              <a:defRPr sz="1800" b="0" i="0" u="none" cap="none">
                <a:solidFill>
                  <a:schemeClr val="dk1"/>
                </a:solidFill>
                <a:latin typeface="Calibri"/>
                <a:ea typeface="Calibri"/>
                <a:cs typeface="Calibri"/>
              </a:defRPr>
            </a:lvl3pPr>
            <a:lvl4pPr marR="0" algn="l">
              <a:spcBef>
                <a:spcPts val="0"/>
              </a:spcBef>
              <a:spcAft>
                <a:spcPts val="0"/>
              </a:spcAft>
              <a:buSzPts val="1400"/>
              <a:buNone/>
              <a:defRPr sz="1800" b="0" i="0" u="none" cap="none">
                <a:solidFill>
                  <a:schemeClr val="dk1"/>
                </a:solidFill>
                <a:latin typeface="Calibri"/>
                <a:ea typeface="Calibri"/>
                <a:cs typeface="Calibri"/>
              </a:defRPr>
            </a:lvl4pPr>
            <a:lvl5pPr marR="0" algn="l">
              <a:spcBef>
                <a:spcPts val="0"/>
              </a:spcBef>
              <a:spcAft>
                <a:spcPts val="0"/>
              </a:spcAft>
              <a:buSzPts val="1400"/>
              <a:buNone/>
              <a:defRPr sz="1800" b="0" i="0" u="none" cap="none">
                <a:solidFill>
                  <a:schemeClr val="dk1"/>
                </a:solidFill>
                <a:latin typeface="Calibri"/>
                <a:ea typeface="Calibri"/>
                <a:cs typeface="Calibri"/>
              </a:defRPr>
            </a:lvl5pPr>
            <a:lvl6pPr marR="0" algn="l">
              <a:spcBef>
                <a:spcPts val="0"/>
              </a:spcBef>
              <a:spcAft>
                <a:spcPts val="0"/>
              </a:spcAft>
              <a:buSzPts val="1400"/>
              <a:buNone/>
              <a:defRPr sz="1800" b="0" i="0" u="none" cap="none">
                <a:solidFill>
                  <a:schemeClr val="dk1"/>
                </a:solidFill>
                <a:latin typeface="Calibri"/>
                <a:ea typeface="Calibri"/>
                <a:cs typeface="Calibri"/>
              </a:defRPr>
            </a:lvl6pPr>
            <a:lvl7pPr marR="0" algn="l">
              <a:spcBef>
                <a:spcPts val="0"/>
              </a:spcBef>
              <a:spcAft>
                <a:spcPts val="0"/>
              </a:spcAft>
              <a:buSzPts val="1400"/>
              <a:buNone/>
              <a:defRPr sz="1800" b="0" i="0" u="none" cap="none">
                <a:solidFill>
                  <a:schemeClr val="dk1"/>
                </a:solidFill>
                <a:latin typeface="Calibri"/>
                <a:ea typeface="Calibri"/>
                <a:cs typeface="Calibri"/>
              </a:defRPr>
            </a:lvl7pPr>
            <a:lvl8pPr marR="0" algn="l">
              <a:spcBef>
                <a:spcPts val="0"/>
              </a:spcBef>
              <a:spcAft>
                <a:spcPts val="0"/>
              </a:spcAft>
              <a:buSzPts val="1400"/>
              <a:buNone/>
              <a:defRPr sz="1800" b="0" i="0" u="none" cap="none">
                <a:solidFill>
                  <a:schemeClr val="dk1"/>
                </a:solidFill>
                <a:latin typeface="Calibri"/>
                <a:ea typeface="Calibri"/>
                <a:cs typeface="Calibri"/>
              </a:defRPr>
            </a:lvl8pPr>
            <a:lvl9pPr marR="0" algn="l">
              <a:spcBef>
                <a:spcPts val="0"/>
              </a:spcBef>
              <a:spcAft>
                <a:spcPts val="0"/>
              </a:spcAft>
              <a:buSzPts val="1400"/>
              <a:buNone/>
              <a:defRPr sz="1800" b="0" i="0" u="none" cap="none">
                <a:solidFill>
                  <a:schemeClr val="dk1"/>
                </a:solidFill>
                <a:latin typeface="Calibri"/>
                <a:ea typeface="Calibri"/>
                <a:cs typeface="Calibri"/>
              </a:defRPr>
            </a:lvl9pPr>
          </a:lstStyle>
          <a:p xmlns:a="http://schemas.openxmlformats.org/drawingml/2006/main"/>
        </p:txBody>
      </p:sp>
      <p:sp>
        <p:nvSpPr>
          <p:cNvPr id="13" name="Google Shape;13;p13">
            <a:extLst xmlns:a="http://schemas.openxmlformats.org/drawingml/2006/main">
              <a:ext uri="{FF2B5EF4-FFF2-40B4-BE49-F238E27FC236}">
                <a16:creationId xmlns:a16="http://schemas.microsoft.com/office/drawing/2014/main" id="{95388E3E-C63F-4F8A-9D7D-BA3FEACCFAF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R="0" algn="ctr">
              <a:spcBef>
                <a:spcPts val="0"/>
              </a:spcBef>
              <a:spcAft>
                <a:spcPts val="0"/>
              </a:spcAft>
              <a:buSzPts val="1400"/>
              <a:buNone/>
              <a:defRPr sz="1200" b="0" i="0" u="none" cap="none">
                <a:solidFill>
                  <a:srgbClr val="888888"/>
                </a:solidFill>
                <a:latin typeface="Calibri"/>
                <a:ea typeface="Calibri"/>
                <a:cs typeface="Calibri"/>
              </a:defRPr>
            </a:lvl1pPr>
            <a:lvl2pPr marR="0" algn="l">
              <a:spcBef>
                <a:spcPts val="0"/>
              </a:spcBef>
              <a:spcAft>
                <a:spcPts val="0"/>
              </a:spcAft>
              <a:buSzPts val="1400"/>
              <a:buNone/>
              <a:defRPr sz="1800" b="0" i="0" u="none" cap="none">
                <a:solidFill>
                  <a:schemeClr val="dk1"/>
                </a:solidFill>
                <a:latin typeface="Calibri"/>
                <a:ea typeface="Calibri"/>
                <a:cs typeface="Calibri"/>
              </a:defRPr>
            </a:lvl2pPr>
            <a:lvl3pPr marR="0" algn="l">
              <a:spcBef>
                <a:spcPts val="0"/>
              </a:spcBef>
              <a:spcAft>
                <a:spcPts val="0"/>
              </a:spcAft>
              <a:buSzPts val="1400"/>
              <a:buNone/>
              <a:defRPr sz="1800" b="0" i="0" u="none" cap="none">
                <a:solidFill>
                  <a:schemeClr val="dk1"/>
                </a:solidFill>
                <a:latin typeface="Calibri"/>
                <a:ea typeface="Calibri"/>
                <a:cs typeface="Calibri"/>
              </a:defRPr>
            </a:lvl3pPr>
            <a:lvl4pPr marR="0" algn="l">
              <a:spcBef>
                <a:spcPts val="0"/>
              </a:spcBef>
              <a:spcAft>
                <a:spcPts val="0"/>
              </a:spcAft>
              <a:buSzPts val="1400"/>
              <a:buNone/>
              <a:defRPr sz="1800" b="0" i="0" u="none" cap="none">
                <a:solidFill>
                  <a:schemeClr val="dk1"/>
                </a:solidFill>
                <a:latin typeface="Calibri"/>
                <a:ea typeface="Calibri"/>
                <a:cs typeface="Calibri"/>
              </a:defRPr>
            </a:lvl4pPr>
            <a:lvl5pPr marR="0" algn="l">
              <a:spcBef>
                <a:spcPts val="0"/>
              </a:spcBef>
              <a:spcAft>
                <a:spcPts val="0"/>
              </a:spcAft>
              <a:buSzPts val="1400"/>
              <a:buNone/>
              <a:defRPr sz="1800" b="0" i="0" u="none" cap="none">
                <a:solidFill>
                  <a:schemeClr val="dk1"/>
                </a:solidFill>
                <a:latin typeface="Calibri"/>
                <a:ea typeface="Calibri"/>
                <a:cs typeface="Calibri"/>
              </a:defRPr>
            </a:lvl5pPr>
            <a:lvl6pPr marR="0" algn="l">
              <a:spcBef>
                <a:spcPts val="0"/>
              </a:spcBef>
              <a:spcAft>
                <a:spcPts val="0"/>
              </a:spcAft>
              <a:buSzPts val="1400"/>
              <a:buNone/>
              <a:defRPr sz="1800" b="0" i="0" u="none" cap="none">
                <a:solidFill>
                  <a:schemeClr val="dk1"/>
                </a:solidFill>
                <a:latin typeface="Calibri"/>
                <a:ea typeface="Calibri"/>
                <a:cs typeface="Calibri"/>
              </a:defRPr>
            </a:lvl6pPr>
            <a:lvl7pPr marR="0" algn="l">
              <a:spcBef>
                <a:spcPts val="0"/>
              </a:spcBef>
              <a:spcAft>
                <a:spcPts val="0"/>
              </a:spcAft>
              <a:buSzPts val="1400"/>
              <a:buNone/>
              <a:defRPr sz="1800" b="0" i="0" u="none" cap="none">
                <a:solidFill>
                  <a:schemeClr val="dk1"/>
                </a:solidFill>
                <a:latin typeface="Calibri"/>
                <a:ea typeface="Calibri"/>
                <a:cs typeface="Calibri"/>
              </a:defRPr>
            </a:lvl7pPr>
            <a:lvl8pPr marR="0" algn="l">
              <a:spcBef>
                <a:spcPts val="0"/>
              </a:spcBef>
              <a:spcAft>
                <a:spcPts val="0"/>
              </a:spcAft>
              <a:buSzPts val="1400"/>
              <a:buNone/>
              <a:defRPr sz="1800" b="0" i="0" u="none" cap="none">
                <a:solidFill>
                  <a:schemeClr val="dk1"/>
                </a:solidFill>
                <a:latin typeface="Calibri"/>
                <a:ea typeface="Calibri"/>
                <a:cs typeface="Calibri"/>
              </a:defRPr>
            </a:lvl8pPr>
            <a:lvl9pPr marR="0" algn="l">
              <a:spcBef>
                <a:spcPts val="0"/>
              </a:spcBef>
              <a:spcAft>
                <a:spcPts val="0"/>
              </a:spcAft>
              <a:buSzPts val="1400"/>
              <a:buNone/>
              <a:defRPr sz="1800" b="0" i="0" u="none" cap="none">
                <a:solidFill>
                  <a:schemeClr val="dk1"/>
                </a:solidFill>
                <a:latin typeface="Calibri"/>
                <a:ea typeface="Calibri"/>
                <a:cs typeface="Calibri"/>
              </a:defRPr>
            </a:lvl9pPr>
          </a:lstStyle>
          <a:p xmlns:a="http://schemas.openxmlformats.org/drawingml/2006/main"/>
        </p:txBody>
      </p:sp>
      <p:sp>
        <p:nvSpPr>
          <p:cNvPr id="14" name="Google Shape;14;p13">
            <a:extLst xmlns:a="http://schemas.openxmlformats.org/drawingml/2006/main">
              <a:ext uri="{FF2B5EF4-FFF2-40B4-BE49-F238E27FC236}">
                <a16:creationId xmlns:a16="http://schemas.microsoft.com/office/drawing/2014/main" id="{EF4749A7-D91E-4490-BB65-B84D1BE7A914}"/>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spcBef>
                <a:spcPts val="0"/>
              </a:spcBef>
              <a:buNone/>
              <a:defRPr sz="1200" b="0" i="0" u="none" cap="none">
                <a:solidFill>
                  <a:srgbClr val="888888"/>
                </a:solidFill>
                <a:latin typeface="Calibri"/>
                <a:ea typeface="Calibri"/>
                <a:cs typeface="Calibri"/>
              </a:defRPr>
            </a:lvl1pPr>
            <a:lvl2pPr marL="0" marR="0" indent="0" algn="r">
              <a:spcBef>
                <a:spcPts val="0"/>
              </a:spcBef>
              <a:buNone/>
              <a:defRPr sz="1200" b="0" i="0" u="none" cap="none">
                <a:solidFill>
                  <a:srgbClr val="888888"/>
                </a:solidFill>
                <a:latin typeface="Calibri"/>
                <a:ea typeface="Calibri"/>
                <a:cs typeface="Calibri"/>
              </a:defRPr>
            </a:lvl2pPr>
            <a:lvl3pPr marL="0" marR="0" indent="0" algn="r">
              <a:spcBef>
                <a:spcPts val="0"/>
              </a:spcBef>
              <a:buNone/>
              <a:defRPr sz="1200" b="0" i="0" u="none" cap="none">
                <a:solidFill>
                  <a:srgbClr val="888888"/>
                </a:solidFill>
                <a:latin typeface="Calibri"/>
                <a:ea typeface="Calibri"/>
                <a:cs typeface="Calibri"/>
              </a:defRPr>
            </a:lvl3pPr>
            <a:lvl4pPr marL="0" marR="0" indent="0" algn="r">
              <a:spcBef>
                <a:spcPts val="0"/>
              </a:spcBef>
              <a:buNone/>
              <a:defRPr sz="1200" b="0" i="0" u="none" cap="none">
                <a:solidFill>
                  <a:srgbClr val="888888"/>
                </a:solidFill>
                <a:latin typeface="Calibri"/>
                <a:ea typeface="Calibri"/>
                <a:cs typeface="Calibri"/>
              </a:defRPr>
            </a:lvl4pPr>
            <a:lvl5pPr marL="0" marR="0" indent="0" algn="r">
              <a:spcBef>
                <a:spcPts val="0"/>
              </a:spcBef>
              <a:buNone/>
              <a:defRPr sz="1200" b="0" i="0" u="none" cap="none">
                <a:solidFill>
                  <a:srgbClr val="888888"/>
                </a:solidFill>
                <a:latin typeface="Calibri"/>
                <a:ea typeface="Calibri"/>
                <a:cs typeface="Calibri"/>
              </a:defRPr>
            </a:lvl5pPr>
            <a:lvl6pPr marL="0" marR="0" indent="0" algn="r">
              <a:spcBef>
                <a:spcPts val="0"/>
              </a:spcBef>
              <a:buNone/>
              <a:defRPr sz="1200" b="0" i="0" u="none" cap="none">
                <a:solidFill>
                  <a:srgbClr val="888888"/>
                </a:solidFill>
                <a:latin typeface="Calibri"/>
                <a:ea typeface="Calibri"/>
                <a:cs typeface="Calibri"/>
              </a:defRPr>
            </a:lvl6pPr>
            <a:lvl7pPr marL="0" marR="0" indent="0" algn="r">
              <a:spcBef>
                <a:spcPts val="0"/>
              </a:spcBef>
              <a:buNone/>
              <a:defRPr sz="1200" b="0" i="0" u="none" cap="none">
                <a:solidFill>
                  <a:srgbClr val="888888"/>
                </a:solidFill>
                <a:latin typeface="Calibri"/>
                <a:ea typeface="Calibri"/>
                <a:cs typeface="Calibri"/>
              </a:defRPr>
            </a:lvl7pPr>
            <a:lvl8pPr marL="0" marR="0" indent="0" algn="r">
              <a:spcBef>
                <a:spcPts val="0"/>
              </a:spcBef>
              <a:buNone/>
              <a:defRPr sz="1200" b="0" i="0" u="none" cap="none">
                <a:solidFill>
                  <a:srgbClr val="888888"/>
                </a:solidFill>
                <a:latin typeface="Calibri"/>
                <a:ea typeface="Calibri"/>
                <a:cs typeface="Calibri"/>
              </a:defRPr>
            </a:lvl8pPr>
            <a:lvl9pPr marL="0" marR="0" indent="0" algn="r">
              <a:spcBef>
                <a:spcPts val="0"/>
              </a:spcBef>
              <a:buNone/>
              <a:defRPr sz="1200" b="0" i="0" u="none" cap="none">
                <a:solidFill>
                  <a:srgbClr val="888888"/>
                </a:solidFill>
                <a:latin typeface="Calibri"/>
                <a:ea typeface="Calibri"/>
                <a:cs typeface="Calibri"/>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ea13d51dbd24c08"/>
    <p:sldLayoutId xmlns:r="http://schemas.openxmlformats.org/officeDocument/2006/relationships" id="2147483650" r:id="R77c7c9f829ef4f1d"/>
    <p:sldLayoutId xmlns:r="http://schemas.openxmlformats.org/officeDocument/2006/relationships" id="2147483651" r:id="R1f5ce96b71044da0"/>
    <p:sldLayoutId xmlns:r="http://schemas.openxmlformats.org/officeDocument/2006/relationships" id="2147483652" r:id="R377fa7757ad34f0c"/>
    <p:sldLayoutId xmlns:r="http://schemas.openxmlformats.org/officeDocument/2006/relationships" id="2147483653" r:id="R12cf8f04728e4472"/>
    <p:sldLayoutId xmlns:r="http://schemas.openxmlformats.org/officeDocument/2006/relationships" id="2147483654" r:id="R1d1fc68309d94693"/>
    <p:sldLayoutId xmlns:r="http://schemas.openxmlformats.org/officeDocument/2006/relationships" id="2147483655" r:id="Rb8245e709a044920"/>
    <p:sldLayoutId xmlns:r="http://schemas.openxmlformats.org/officeDocument/2006/relationships" id="2147483656" r:id="Rbf243909a1054e17"/>
    <p:sldLayoutId xmlns:r="http://schemas.openxmlformats.org/officeDocument/2006/relationships" id="2147483657" r:id="Rc846715215254b0d"/>
    <p:sldLayoutId xmlns:r="http://schemas.openxmlformats.org/officeDocument/2006/relationships" id="2147483658" r:id="R2a61584251044b9d"/>
    <p:sldLayoutId xmlns:r="http://schemas.openxmlformats.org/officeDocument/2006/relationships" id="2147483659" r:id="R54bd024c0ae94e1e"/>
    <p:sldLayoutId xmlns:r="http://schemas.openxmlformats.org/officeDocument/2006/relationships" id="2147483660" r:id="R4d275df147904f41"/>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dd9c9eee3d481f" /><Relationship Type="http://schemas.openxmlformats.org/officeDocument/2006/relationships/image" Target="/ppt/media/image.png" Id="R2d09cf6cf0a3433c" /><Relationship Type="http://schemas.openxmlformats.org/officeDocument/2006/relationships/hyperlink" Target="https://github.com/krizz711/CodeDoctor-Agentic-Semantic-and-Structural-Intelligence-for-Code-Repositories" TargetMode="External" Id="R1fe315e779254301" /><Relationship Type="http://schemas.openxmlformats.org/officeDocument/2006/relationships/notesSlide" Target="/ppt/notesSlides/notesSlide1.xml" Id="Raca1ee7f57a646a8"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af01fe05a054a8b" /><Relationship Type="http://schemas.openxmlformats.org/officeDocument/2006/relationships/notesSlide" Target="/ppt/notesSlides/notesSlide2.xml" Id="Rdbfc3e6fa2a944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cf464b54242540d6" /><Relationship Type="http://schemas.openxmlformats.org/officeDocument/2006/relationships/notesSlide" Target="/ppt/notesSlides/notesSlide3.xml" Id="Rce6ebf2bc31048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08af5d10a9c9466c" /><Relationship Type="http://schemas.openxmlformats.org/officeDocument/2006/relationships/notesSlide" Target="/ppt/notesSlides/notesSlide4.xml" Id="Rc107876edfab40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2f29e3e83acc49dc" /><Relationship Type="http://schemas.openxmlformats.org/officeDocument/2006/relationships/notesSlide" Target="/ppt/notesSlides/notesSlide5.xml" Id="R31fbe87803c748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c6861bf72f284d61" /><Relationship Type="http://schemas.openxmlformats.org/officeDocument/2006/relationships/notesSlide" Target="/ppt/notesSlides/notesSlide6.xml" Id="R118f19c289044ea3"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a86071a667ee42e3" /><Relationship Type="http://schemas.openxmlformats.org/officeDocument/2006/relationships/notesSlide" Target="/ppt/notesSlides/notesSlide7.xml" Id="Rbeacd70e5e0f49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b4926a6251074081" /><Relationship Type="http://schemas.openxmlformats.org/officeDocument/2006/relationships/notesSlide" Target="/ppt/notesSlides/notesSlide8.xml" Id="Rb13b7a023df14c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c4097dfb9dc543aa" /><Relationship Type="http://schemas.openxmlformats.org/officeDocument/2006/relationships/notesSlide" Target="/ppt/notesSlides/notesSlide9.xml" Id="R5839291642914ff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65083eea7085426c" /><Relationship Type="http://schemas.openxmlformats.org/officeDocument/2006/relationships/notesSlide" Target="/ppt/notesSlides/notesSlide10.xml" Id="Rdad3f47a12274dd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4bfee46bc9a94cbe" /><Relationship Type="http://schemas.openxmlformats.org/officeDocument/2006/relationships/notesSlide" Target="/ppt/notesSlides/notesSlide11.xml" Id="R06c4595e186045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7d41bd5ef0245d7" /><Relationship Type="http://schemas.openxmlformats.org/officeDocument/2006/relationships/notesSlide" Target="/ppt/notesSlides/notesSlide12.xml" Id="R23fb48536d4c41f0"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90" name="Google Shape;90;p1">
            <a:extLst xmlns:a="http://schemas.openxmlformats.org/drawingml/2006/main">
              <a:ext uri="{FF2B5EF4-FFF2-40B4-BE49-F238E27FC236}">
                <a16:creationId xmlns:a16="http://schemas.microsoft.com/office/drawing/2014/main" id="{56E129EB-825B-414C-A6A9-1133EC29C81E}"/>
              </a:ext>
            </a:extLst>
          </p:cNvPr>
          <p:cNvSpPr>
            <a:spLocks xmlns:a="http://schemas.openxmlformats.org/drawingml/2006/main" noGrp="1"/>
          </p:cNvSpPr>
          <p:nvPr/>
        </p:nvSpPr>
        <p:spPr>
          <a:xfrm xmlns:a="http://schemas.openxmlformats.org/drawingml/2006/main">
            <a:off x="777240" y="676656"/>
            <a:ext cx="2423160" cy="347472"/>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12700" cmpd="sng">
            <a:solidFill>
              <a:srgbClr val="D9D3F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91" name="Google Shape;91;p1">
            <a:extLst xmlns:a="http://schemas.openxmlformats.org/drawingml/2006/main">
              <a:ext uri="{FF2B5EF4-FFF2-40B4-BE49-F238E27FC236}">
                <a16:creationId xmlns:a16="http://schemas.microsoft.com/office/drawing/2014/main" id="{1BA2AED4-0785-4241-BA22-1189B788DF96}"/>
              </a:ext>
            </a:extLst>
          </p:cNvPr>
          <p:cNvSpPr>
            <a:spLocks xmlns:a="http://schemas.openxmlformats.org/drawingml/2006/main" noGrp="1"/>
          </p:cNvSpPr>
          <p:nvPr/>
        </p:nvSpPr>
        <p:spPr>
          <a:xfrm xmlns:a="http://schemas.openxmlformats.org/drawingml/2006/main">
            <a:off x="777240" y="676656"/>
            <a:ext cx="242316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ctr">
              <a:spcBef>
                <a:spcPts val="0"/>
              </a:spcBef>
              <a:spcAft>
                <a:spcPts val="0"/>
              </a:spcAft>
              <a:buClr>
                <a:srgbClr val="6D28D9"/>
              </a:buClr>
              <a:buSzPts val="1100"/>
              <a:buFont typeface="Arial"/>
              <a:buNone/>
            </a:pPr>
            <a:r>
              <a:rPr sz="1100" b="1" i="0" u="none" cap="none">
                <a:solidFill>
                  <a:srgbClr val="6D28D9"/>
                </a:solidFill>
                <a:latin typeface="Arial"/>
                <a:ea typeface="Arial"/>
                <a:cs typeface="Arial"/>
              </a:rPr>
              <a:t>SAMSUNG PRISM</a:t>
            </a:r>
            <a:endParaRPr sz="1100" b="0" i="0" u="none" cap="none">
              <a:solidFill>
                <a:schemeClr val="dk1"/>
              </a:solidFill>
              <a:latin typeface="Calibri"/>
              <a:ea typeface="Calibri"/>
              <a:cs typeface="Calibri"/>
            </a:endParaRPr>
          </a:p>
        </p:txBody>
      </p:sp>
      <p:sp>
        <p:nvSpPr>
          <p:cNvPr id="92" name="Google Shape;92;p1">
            <a:extLst xmlns:a="http://schemas.openxmlformats.org/drawingml/2006/main">
              <a:ext uri="{FF2B5EF4-FFF2-40B4-BE49-F238E27FC236}">
                <a16:creationId xmlns:a16="http://schemas.microsoft.com/office/drawing/2014/main" id="{A2AA3147-1585-45BB-9FC7-2F6C6CB60193}"/>
              </a:ext>
            </a:extLst>
          </p:cNvPr>
          <p:cNvSpPr>
            <a:spLocks xmlns:a="http://schemas.openxmlformats.org/drawingml/2006/main" noGrp="1"/>
          </p:cNvSpPr>
          <p:nvPr/>
        </p:nvSpPr>
        <p:spPr>
          <a:xfrm xmlns:a="http://schemas.openxmlformats.org/drawingml/2006/main">
            <a:off x="777240" y="1207008"/>
            <a:ext cx="612648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142B"/>
              </a:buClr>
              <a:buSzPts val="5000"/>
              <a:buFont typeface="Arial"/>
              <a:buNone/>
            </a:pPr>
            <a:r>
              <a:rPr sz="5000" b="1" i="0" u="none" cap="none">
                <a:solidFill>
                  <a:srgbClr val="14142B"/>
                </a:solidFill>
                <a:latin typeface="Arial"/>
                <a:ea typeface="Arial"/>
                <a:cs typeface="Arial"/>
              </a:rPr>
              <a:t>Generative AI</a:t>
            </a:r>
            <a:endParaRPr sz="5000" b="0" i="0" u="none" cap="none">
              <a:solidFill>
                <a:schemeClr val="dk1"/>
              </a:solidFill>
              <a:latin typeface="Calibri"/>
              <a:ea typeface="Calibri"/>
              <a:cs typeface="Calibri"/>
            </a:endParaRPr>
          </a:p>
        </p:txBody>
      </p:sp>
      <p:sp>
        <p:nvSpPr>
          <p:cNvPr id="93" name="Google Shape;93;p1">
            <a:extLst xmlns:a="http://schemas.openxmlformats.org/drawingml/2006/main">
              <a:ext uri="{FF2B5EF4-FFF2-40B4-BE49-F238E27FC236}">
                <a16:creationId xmlns:a16="http://schemas.microsoft.com/office/drawing/2014/main" id="{0495331C-35BE-4D0C-9DAD-C8421AC7EE8E}"/>
              </a:ext>
            </a:extLst>
          </p:cNvPr>
          <p:cNvSpPr>
            <a:spLocks xmlns:a="http://schemas.openxmlformats.org/drawingml/2006/main" noGrp="1"/>
          </p:cNvSpPr>
          <p:nvPr/>
        </p:nvSpPr>
        <p:spPr>
          <a:xfrm xmlns:a="http://schemas.openxmlformats.org/drawingml/2006/main">
            <a:off x="777240" y="1901952"/>
            <a:ext cx="612648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D28D9"/>
              </a:buClr>
              <a:buSzPts val="5000"/>
              <a:buFont typeface="Arial"/>
              <a:buNone/>
            </a:pPr>
            <a:r>
              <a:rPr sz="5000" b="1" i="0" u="none" cap="none">
                <a:solidFill>
                  <a:srgbClr val="6D28D9"/>
                </a:solidFill>
                <a:latin typeface="Arial"/>
                <a:ea typeface="Arial"/>
                <a:cs typeface="Arial"/>
              </a:rPr>
              <a:t>Hackathon</a:t>
            </a:r>
            <a:endParaRPr sz="5000" b="0" i="0" u="none" cap="none">
              <a:solidFill>
                <a:schemeClr val="dk1"/>
              </a:solidFill>
              <a:latin typeface="Calibri"/>
              <a:ea typeface="Calibri"/>
              <a:cs typeface="Calibri"/>
            </a:endParaRPr>
          </a:p>
        </p:txBody>
      </p:sp>
      <p:sp>
        <p:nvSpPr>
          <p:cNvPr id="94" name="Google Shape;94;p1">
            <a:extLst xmlns:a="http://schemas.openxmlformats.org/drawingml/2006/main">
              <a:ext uri="{FF2B5EF4-FFF2-40B4-BE49-F238E27FC236}">
                <a16:creationId xmlns:a16="http://schemas.microsoft.com/office/drawing/2014/main" id="{69794424-9ABB-4EA4-B0FA-98A87518F70D}"/>
              </a:ext>
            </a:extLst>
          </p:cNvPr>
          <p:cNvSpPr>
            <a:spLocks xmlns:a="http://schemas.openxmlformats.org/drawingml/2006/main" noGrp="1"/>
          </p:cNvSpPr>
          <p:nvPr/>
        </p:nvSpPr>
        <p:spPr>
          <a:xfrm xmlns:a="http://schemas.openxmlformats.org/drawingml/2006/main">
            <a:off x="777240" y="2724912"/>
            <a:ext cx="61264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142B"/>
              </a:buClr>
              <a:buSzPts val="2500"/>
              <a:buFont typeface="Arial"/>
              <a:buNone/>
            </a:pPr>
            <a:r>
              <a:rPr sz="2500" b="1" i="0" u="none" cap="none">
                <a:solidFill>
                  <a:srgbClr val="14142B"/>
                </a:solidFill>
                <a:latin typeface="Arial"/>
                <a:ea typeface="Arial"/>
                <a:cs typeface="Arial"/>
              </a:rPr>
              <a:t>3rd Edition</a:t>
            </a:r>
            <a:r>
              <a:rPr sz="2000" b="0" i="0" u="none" cap="none">
                <a:solidFill>
                  <a:srgbClr val="63637E"/>
                </a:solidFill>
                <a:latin typeface="Calibri"/>
                <a:ea typeface="Calibri"/>
                <a:cs typeface="Calibri"/>
              </a:rPr>
              <a:t>   2026 – 27</a:t>
            </a:r>
            <a:endParaRPr sz="2500" b="0" i="0" u="none" cap="none">
              <a:solidFill>
                <a:schemeClr val="dk1"/>
              </a:solidFill>
              <a:latin typeface="Calibri"/>
              <a:ea typeface="Calibri"/>
              <a:cs typeface="Calibri"/>
            </a:endParaRPr>
          </a:p>
        </p:txBody>
      </p:sp>
      <p:sp>
        <p:nvSpPr>
          <p:cNvPr id="95" name="Google Shape;95;p1">
            <a:extLst xmlns:a="http://schemas.openxmlformats.org/drawingml/2006/main">
              <a:ext uri="{FF2B5EF4-FFF2-40B4-BE49-F238E27FC236}">
                <a16:creationId xmlns:a16="http://schemas.microsoft.com/office/drawing/2014/main" id="{7E5389DF-CA7B-4097-93A6-C271A8FF3C5D}"/>
              </a:ext>
            </a:extLst>
          </p:cNvPr>
          <p:cNvSpPr>
            <a:spLocks xmlns:a="http://schemas.openxmlformats.org/drawingml/2006/main" noGrp="1"/>
          </p:cNvSpPr>
          <p:nvPr/>
        </p:nvSpPr>
        <p:spPr>
          <a:xfrm xmlns:a="http://schemas.openxmlformats.org/drawingml/2006/main">
            <a:off x="777240" y="3286125"/>
            <a:ext cx="6000750" cy="2524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177800" marR="0" lvl="0" indent="-177800" algn="l">
              <a:spcBef>
                <a:spcPts val="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Theme ID - Theme 01</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Team Name - Doctors</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College Name - VITV (VIT Vellore)</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Manish H. · manish.h2024@vitstudent.ac.in</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Aryan Sinha · aryan.sinha2024@vitstudent.ac.in</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Munal Singh · munal.singh2024@vitstudent.ac.in</a:t>
            </a:r>
            <a:endParaRPr/>
          </a:p>
          <a:p xmlns:a="http://schemas.openxmlformats.org/drawingml/2006/main">
            <a:pPr marL="177800" marR="0" lvl="0" indent="-177800" algn="l">
              <a:spcBef>
                <a:spcPts val="500"/>
              </a:spcBef>
              <a:spcAft>
                <a:spcPts val="0"/>
              </a:spcAft>
              <a:buClr>
                <a:srgbClr val="63637E"/>
              </a:buClr>
              <a:buSzPts val="1600"/>
              <a:buFont typeface="Calibri"/>
              <a:buChar char="•"/>
              <a:defRPr sz="1350">
                <a:solidFill>
                  <a:srgbClr val="302C3C"/>
                </a:solidFill>
                <a:latin typeface="Arial"/>
                <a:ea typeface="Arial"/>
                <a:cs typeface="Arial"/>
              </a:defRPr>
            </a:pPr>
            <a:r>
              <a:rPr sz="1350" b="0" i="0" u="none" cap="none">
                <a:solidFill>
                  <a:srgbClr val="302C3C"/>
                </a:solidFill>
                <a:latin typeface="Arial"/>
                <a:ea typeface="Arial"/>
                <a:cs typeface="Arial"/>
              </a:rPr>
              <a:t>Anshul Singh · anshul.singh2024@vitstudent.ac.in</a:t>
            </a:r>
            <a:endParaRPr/>
          </a:p>
        </p:txBody>
      </p:sp>
      <p:pic>
        <p:nvPicPr>
          <p:cNvPr id="105" name="Google Shape;96;p1"/>
          <p:cNvPicPr>
            <a:picLocks xmlns:a="http://schemas.openxmlformats.org/drawingml/2006/main" noChangeAspect="1"/>
          </p:cNvPicPr>
          <p:nvPr/>
        </p:nvPicPr>
        <p:blipFill rotWithShape="1">
          <a:blip xmlns:r="http://schemas.openxmlformats.org/officeDocument/2006/relationships" xmlns:a="http://schemas.openxmlformats.org/drawingml/2006/main" r:embed="R2d09cf6cf0a3433c">
            <a:alphaModFix/>
          </a:blip>
          <a:srcRect xmlns:a="http://schemas.openxmlformats.org/drawingml/2006/main" l="0" t="0" r="0" b="0"/>
          <a:stretch xmlns:a="http://schemas.openxmlformats.org/drawingml/2006/main"/>
        </p:blipFill>
        <p:spPr>
          <a:xfrm xmlns:a="http://schemas.openxmlformats.org/drawingml/2006/main">
            <a:off x="7059168" y="1051560"/>
            <a:ext cx="4572000" cy="4572000"/>
          </a:xfrm>
          <a:prstGeom xmlns:a="http://schemas.openxmlformats.org/drawingml/2006/main" prst="rect">
            <a:avLst/>
          </a:prstGeom>
          <a:ln xmlns:a="http://schemas.openxmlformats.org/drawingml/2006/main">
            <a:noFill/>
          </a:ln>
        </p:spPr>
      </p:pic>
      <p:sp>
        <p:nvSpPr>
          <p:cNvPr id="97" name="">
            <a:extLst xmlns:a="http://schemas.openxmlformats.org/drawingml/2006/main">
              <a:ext uri="{FF2B5EF4-FFF2-40B4-BE49-F238E27FC236}">
                <a16:creationId xmlns:a16="http://schemas.microsoft.com/office/drawing/2014/main" id="{F14FC5A3-9539-4F59-BCA6-D7E1080B40DA}"/>
              </a:ext>
            </a:extLst>
          </p:cNvPr>
          <p:cNvSpPr>
            <a:spLocks xmlns:a="http://schemas.openxmlformats.org/drawingml/2006/main" noGrp="1"/>
          </p:cNvSpPr>
          <p:nvPr/>
        </p:nvSpPr>
        <p:spPr>
          <a:xfrm xmlns:a="http://schemas.openxmlformats.org/drawingml/2006/main">
            <a:off x="838200" y="58769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0">
                <a:solidFill>
                  <a:srgbClr val="302C3C"/>
                </a:solidFill>
                <a:latin typeface="Arial"/>
                <a:ea typeface="Arial"/>
                <a:cs typeface="Arial"/>
              </a:defRPr>
            </a:pPr>
            <a:r>
              <a:rPr u="sng">
                <a:solidFill>
                  <a:srgbClr val="70509B"/>
                </a:solidFill>
                <a:hlinkClick xmlns:r="http://schemas.openxmlformats.org/officeDocument/2006/relationships" r:id="R1fe315e779254301"/>
              </a:rPr>
              <a:t>Submission GitHub: CodeDoctor repository</a:t>
            </a:r>
          </a:p>
        </p:txBody>
      </p:sp>
    </p:spTree>
    <p:extLst>
      <p:ext uri="{BB962C8B-B14F-4D97-AF65-F5344CB8AC3E}">
        <p14:creationId xmlns:p14="http://schemas.microsoft.com/office/powerpoint/2010/main" val="185619645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1" name="Google Shape;101;p2">
            <a:extLst xmlns:a="http://schemas.openxmlformats.org/drawingml/2006/main">
              <a:ext uri="{FF2B5EF4-FFF2-40B4-BE49-F238E27FC236}">
                <a16:creationId xmlns:a16="http://schemas.microsoft.com/office/drawing/2014/main" id="{906946D6-33C9-4DA4-AF15-B6A4AEF02929}"/>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Theme</a:t>
            </a:r>
            <a:endParaRPr/>
          </a:p>
        </p:txBody>
      </p:sp>
      <p:sp>
        <p:nvSpPr>
          <p:cNvPr id="102" name="Google Shape;102;p2">
            <a:extLst xmlns:a="http://schemas.openxmlformats.org/drawingml/2006/main">
              <a:ext uri="{FF2B5EF4-FFF2-40B4-BE49-F238E27FC236}">
                <a16:creationId xmlns:a16="http://schemas.microsoft.com/office/drawing/2014/main" id="{695E6D77-F8EA-42AB-BD19-CC793DA1BA17}"/>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Theme 01: Code intelligence  </a:t>
            </a:r>
            <a:r>
              <a:rPr sz="1800">
                <a:solidFill>
                  <a:srgbClr val="302C3C"/>
                </a:solidFill>
                <a:latin typeface="Arial"/>
                <a:ea typeface="Arial"/>
                <a:cs typeface="Arial"/>
              </a:rPr>
              <a:t>Retrieve ranked code for natural-language queries, with source evidence and support for changing codebases.</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Pre/post-processing contribution  </a:t>
            </a:r>
            <a:r>
              <a:rPr sz="1800">
                <a:solidFill>
                  <a:srgbClr val="302C3C"/>
                </a:solidFill>
                <a:latin typeface="Arial"/>
                <a:ea typeface="Arial"/>
                <a:cs typeface="Arial"/>
              </a:rPr>
              <a:t>Reuse unchanged code embeddings before retrieval; verify candidate behavior after retrieval. The embedding model remains fixed.</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Evaluation priorities  </a:t>
            </a:r>
            <a:r>
              <a:rPr sz="1800">
                <a:solidFill>
                  <a:srgbClr val="302C3C"/>
                </a:solidFill>
                <a:latin typeface="Arial"/>
                <a:ea typeface="Arial"/>
                <a:cs typeface="Arial"/>
              </a:rPr>
              <a:t>P0: official AppsRetrieval test. P1: rebuild or update after code changes. Bonus: retrieve related variants across versions.</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Efficiency guidance  </a:t>
            </a:r>
            <a:r>
              <a:rPr sz="1800">
                <a:solidFill>
                  <a:srgbClr val="302C3C"/>
                </a:solidFill>
                <a:latin typeface="Arial"/>
                <a:ea typeface="Arial"/>
                <a:cs typeface="Arial"/>
              </a:rPr>
              <a:t>The FAQ permits GPU preprocessing and asks for minimal GPU use during retrieval, ideally CPU only. Our selected query path uses CPU.</a:t>
            </a:r>
          </a:p>
        </p:txBody>
      </p:sp>
    </p:spTree>
    <p:extLst>
      <p:ext uri="{BB962C8B-B14F-4D97-AF65-F5344CB8AC3E}">
        <p14:creationId xmlns:p14="http://schemas.microsoft.com/office/powerpoint/2010/main" val="190800667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7" name="Google Shape;107;p3">
            <a:extLst xmlns:a="http://schemas.openxmlformats.org/drawingml/2006/main">
              <a:ext uri="{FF2B5EF4-FFF2-40B4-BE49-F238E27FC236}">
                <a16:creationId xmlns:a16="http://schemas.microsoft.com/office/drawing/2014/main" id="{40BD9376-ACAF-4602-9261-C2DB943B67D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Existing Solutions &amp; Gaps</a:t>
            </a:r>
            <a:endParaRPr/>
          </a:p>
        </p:txBody>
      </p:sp>
      <p:sp>
        <p:nvSpPr>
          <p:cNvPr id="108" name="Google Shape;108;p3">
            <a:extLst xmlns:a="http://schemas.openxmlformats.org/drawingml/2006/main">
              <a:ext uri="{FF2B5EF4-FFF2-40B4-BE49-F238E27FC236}">
                <a16:creationId xmlns:a16="http://schemas.microsoft.com/office/drawing/2014/main" id="{11FFA01D-2E99-4BC0-A1BC-19A0CEBF996A}"/>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Intent and identifiers  </a:t>
            </a:r>
            <a:r>
              <a:rPr sz="1800">
                <a:solidFill>
                  <a:srgbClr val="302C3C"/>
                </a:solidFill>
                <a:latin typeface="Arial"/>
                <a:ea typeface="Arial"/>
                <a:cs typeface="Arial"/>
              </a:rPr>
              <a:t>Lexical search can miss conceptual intent; dense search can miss exact names. The workbench combines both signals.</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Repeated indexing cost  </a:t>
            </a:r>
            <a:r>
              <a:rPr sz="1800">
                <a:solidFill>
                  <a:srgbClr val="302C3C"/>
                </a:solidFill>
                <a:latin typeface="Arial"/>
                <a:ea typeface="Arial"/>
                <a:cs typeface="Arial"/>
              </a:rPr>
              <a:t>Unchanged code should not incur repeated model inference. Content and encoder-recipe keys enable vector reuse.</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Similar text, different behavior  </a:t>
            </a:r>
            <a:r>
              <a:rPr sz="1800">
                <a:solidFill>
                  <a:srgbClr val="302C3C"/>
                </a:solidFill>
                <a:latin typeface="Arial"/>
                <a:ea typeface="Arial"/>
                <a:cs typeface="Arial"/>
              </a:rPr>
              <a:t>A plausible snippet can fail a worked example. Behavioral checks can improve its ranking when usable examples are present.</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Version ambiguity  </a:t>
            </a:r>
            <a:r>
              <a:rPr sz="1800">
                <a:solidFill>
                  <a:srgbClr val="302C3C"/>
                </a:solidFill>
                <a:latin typeface="Arial"/>
                <a:ea typeface="Arial"/>
                <a:cs typeface="Arial"/>
              </a:rPr>
              <a:t>Historical results need explicit snapshot identity. Version isolation prevents a missing version from silently falling back to current code.</a:t>
            </a:r>
          </a:p>
        </p:txBody>
      </p:sp>
    </p:spTree>
    <p:extLst>
      <p:ext uri="{BB962C8B-B14F-4D97-AF65-F5344CB8AC3E}">
        <p14:creationId xmlns:p14="http://schemas.microsoft.com/office/powerpoint/2010/main" val="1705300932"/>
      </p:ext>
    </p:extLst>
  </p:cSld>
</p:sld>
</file>

<file path=ppt/slides/slide4.xml><?xml version="1.0" encoding="utf-8"?>
<p:sld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
        <p:nvSpPr>
          <p:cNvPr id="113" name="Google Shape;113;p4">
            <a:extLst xmlns:a="http://schemas.openxmlformats.org/drawingml/2006/main">
              <a:ext uri="{FF2B5EF4-FFF2-40B4-BE49-F238E27FC236}">
                <a16:creationId xmlns:a16="http://schemas.microsoft.com/office/drawing/2014/main" id="{8D3A3276-15BA-4F0B-94B6-9C41A278EED0}"/>
              </a:ext>
            </a:extLst>
          </p:cNvPr>
          <p:cNvSpPr>
            <a:spLocks xmlns:a="http://schemas.openxmlformats.org/drawingml/2006/main" noGrp="1"/>
          </p:cNvSpPr>
          <p:nvPr>
            <p:ph type="title" idx="0"/>
          </p:nvPr>
        </p:nvSpPr>
        <p:spPr>
          <a:xfrm xmlns:a="http://schemas.openxmlformats.org/drawingml/2006/main">
            <a:off x="909917" y="266513"/>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defRPr sz="3600" b="1">
                <a:solidFill>
                  <a:srgbClr val="70509B"/>
                </a:solidFill>
                <a:latin typeface="Arial"/>
                <a:ea typeface="Arial"/>
                <a:cs typeface="Arial"/>
              </a:defRPr>
            </a:pPr>
            <a:r>
              <a:rPr sz="3600" b="1">
                <a:solidFill>
                  <a:srgbClr val="70509B"/>
                </a:solidFill>
                <a:latin typeface="Arial"/>
                <a:ea typeface="Arial"/>
                <a:cs typeface="Arial"/>
              </a:rPr>
              <a:t>Our Solutions &amp; Architecture Diagram</a:t>
            </a:r>
            <a:endParaRPr/>
          </a:p>
        </p:txBody>
      </p:sp>
      <p:sp>
        <p:nvSpPr>
          <p:cNvPr id="114" name="Google Shape;114;p4">
            <a:extLst xmlns:a="http://schemas.openxmlformats.org/drawingml/2006/main">
              <a:ext uri="{FF2B5EF4-FFF2-40B4-BE49-F238E27FC236}">
                <a16:creationId xmlns:a16="http://schemas.microsoft.com/office/drawing/2014/main" id="{2BD0B821-F052-433A-AF2B-45BC0DCDA100}"/>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rmAutofit/>
          </a:bodyPr>
          <a:lstStyle xmlns:a="http://schemas.openxmlformats.org/drawingml/2006/main"/>
          <a:p xmlns:a="http://schemas.openxmlformats.org/drawingml/2006/main">
            <a:pPr marL="228600" lvl="0" indent="-50800" algn="l">
              <a:lnSpc>
                <a:spcPct val="90000"/>
              </a:lnSpc>
              <a:spcBef>
                <a:spcPts val="0"/>
              </a:spcBef>
              <a:spcAft>
                <a:spcPts val="0"/>
              </a:spcAft>
              <a:buClr>
                <a:schemeClr val="dk1"/>
              </a:buClr>
              <a:buSzPts val="2800"/>
              <a:buNone/>
            </a:pPr>
            <a:r>
              <a:t/>
            </a:r>
            <a:endParaRPr/>
          </a:p>
        </p:txBody>
      </p:sp>
      <p:sp>
        <p:nvSpPr>
          <p:cNvPr id="115" name="">
            <a:extLst xmlns:a="http://schemas.openxmlformats.org/drawingml/2006/main">
              <a:ext uri="{FF2B5EF4-FFF2-40B4-BE49-F238E27FC236}">
                <a16:creationId xmlns:a16="http://schemas.microsoft.com/office/drawing/2014/main" id="{790ABCDF-EC6D-4C34-957F-61DB2E82FD3F}"/>
              </a:ext>
            </a:extLst>
          </p:cNvPr>
          <p:cNvSpPr>
            <a:spLocks xmlns:a="http://schemas.openxmlformats.org/drawingml/2006/main" noGrp="1"/>
          </p:cNvSpPr>
          <p:nvPr/>
        </p:nvSpPr>
        <p:spPr>
          <a:xfrm xmlns:a="http://schemas.openxmlformats.org/drawingml/2006/main">
            <a:off x="838200" y="1638300"/>
            <a:ext cx="10515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250" b="1">
                <a:solidFill>
                  <a:srgbClr val="70509B"/>
                </a:solidFill>
                <a:latin typeface="Arial"/>
                <a:ea typeface="Arial"/>
                <a:cs typeface="Arial"/>
              </a:defRPr>
            </a:pPr>
            <a:r>
              <a:rPr sz="2250" b="1">
                <a:solidFill>
                  <a:srgbClr val="70509B"/>
                </a:solidFill>
                <a:latin typeface="Arial"/>
                <a:ea typeface="Arial"/>
                <a:cs typeface="Arial"/>
              </a:rPr>
              <a:t>Our Pre/Post-Processing Architecture</a:t>
            </a:r>
          </a:p>
        </p:txBody>
      </p:sp>
      <p:sp>
        <p:nvSpPr>
          <p:cNvPr id="116" name="">
            <a:extLst xmlns:a="http://schemas.openxmlformats.org/drawingml/2006/main">
              <a:ext uri="{FF2B5EF4-FFF2-40B4-BE49-F238E27FC236}">
                <a16:creationId xmlns:a16="http://schemas.microsoft.com/office/drawing/2014/main" id="{B4B78C98-CEA4-40E1-82CB-97EB95D4E8B3}"/>
              </a:ext>
            </a:extLst>
          </p:cNvPr>
          <p:cNvSpPr>
            <a:spLocks xmlns:a="http://schemas.openxmlformats.org/drawingml/2006/main" noGrp="1"/>
          </p:cNvSpPr>
          <p:nvPr/>
        </p:nvSpPr>
        <p:spPr>
          <a:xfrm xmlns:a="http://schemas.openxmlformats.org/drawingml/2006/main">
            <a:off x="838200" y="2247900"/>
            <a:ext cx="3143250" cy="2476500"/>
          </a:xfrm>
          <a:prstGeom xmlns:a="http://schemas.openxmlformats.org/drawingml/2006/main" prst="rect">
            <a:avLst/>
          </a:prstGeom>
          <a:solidFill xmlns:a="http://schemas.openxmlformats.org/drawingml/2006/main">
            <a:srgbClr val="F4F0FA"/>
          </a:solidFill>
          <a:ln xmlns:a="http://schemas.openxmlformats.org/drawingml/2006/main" w="14288">
            <a:solidFill>
              <a:srgbClr val="70509B"/>
            </a:solidFill>
          </a:ln>
        </p:spPr>
        <p:txBody>
          <a:bodyPr xmlns:a="http://schemas.openxmlformats.org/drawingml/2006/main"/>
          <a:lstStyle xmlns:a="http://schemas.openxmlformats.org/drawingml/2006/main"/>
          <a:p xmlns:a="http://schemas.openxmlformats.org/drawingml/2006/main">
            <a:r>
              <a:t/>
            </a:r>
          </a:p>
        </p:txBody>
      </p:sp>
      <p:sp>
        <p:nvSpPr>
          <p:cNvPr id="117" name="">
            <a:extLst xmlns:a="http://schemas.openxmlformats.org/drawingml/2006/main">
              <a:ext uri="{FF2B5EF4-FFF2-40B4-BE49-F238E27FC236}">
                <a16:creationId xmlns:a16="http://schemas.microsoft.com/office/drawing/2014/main" id="{CBF00A3D-7393-4A6F-AE21-A9D48CA161E8}"/>
              </a:ext>
            </a:extLst>
          </p:cNvPr>
          <p:cNvSpPr>
            <a:spLocks xmlns:a="http://schemas.openxmlformats.org/drawingml/2006/main" noGrp="1"/>
          </p:cNvSpPr>
          <p:nvPr/>
        </p:nvSpPr>
        <p:spPr>
          <a:xfrm xmlns:a="http://schemas.openxmlformats.org/drawingml/2006/main">
            <a:off x="971550" y="240030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70509B"/>
                </a:solidFill>
                <a:latin typeface="Arial"/>
                <a:ea typeface="Arial"/>
                <a:cs typeface="Arial"/>
              </a:defRPr>
            </a:pPr>
            <a:r>
              <a:rPr sz="1575" b="1">
                <a:solidFill>
                  <a:srgbClr val="70509B"/>
                </a:solidFill>
                <a:latin typeface="Arial"/>
                <a:ea typeface="Arial"/>
                <a:cs typeface="Arial"/>
              </a:rPr>
              <a:t>1. PREPROCESS (Offline)</a:t>
            </a:r>
          </a:p>
        </p:txBody>
      </p:sp>
      <p:sp>
        <p:nvSpPr>
          <p:cNvPr id="118" name="">
            <a:extLst xmlns:a="http://schemas.openxmlformats.org/drawingml/2006/main">
              <a:ext uri="{FF2B5EF4-FFF2-40B4-BE49-F238E27FC236}">
                <a16:creationId xmlns:a16="http://schemas.microsoft.com/office/drawing/2014/main" id="{1D21F1B2-8A2A-4A28-A0FF-9CC592BFD374}"/>
              </a:ext>
            </a:extLst>
          </p:cNvPr>
          <p:cNvSpPr>
            <a:spLocks xmlns:a="http://schemas.openxmlformats.org/drawingml/2006/main" noGrp="1"/>
          </p:cNvSpPr>
          <p:nvPr/>
        </p:nvSpPr>
        <p:spPr>
          <a:xfrm xmlns:a="http://schemas.openxmlformats.org/drawingml/2006/main">
            <a:off x="971550" y="2819400"/>
            <a:ext cx="28765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P0: exact CoIR corpus text</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Pinned embedding recipe</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Content-addressed vector cache</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Workbench: AST chunks*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Reuse unchanged chunks*</a:t>
            </a:r>
          </a:p>
        </p:txBody>
      </p:sp>
      <p:sp>
        <p:nvSpPr>
          <p:cNvPr id="119" name="">
            <a:extLst xmlns:a="http://schemas.openxmlformats.org/drawingml/2006/main">
              <a:ext uri="{FF2B5EF4-FFF2-40B4-BE49-F238E27FC236}">
                <a16:creationId xmlns:a16="http://schemas.microsoft.com/office/drawing/2014/main" id="{F4C168A8-4B35-4575-87BA-BF3ED79C94F4}"/>
              </a:ext>
            </a:extLst>
          </p:cNvPr>
          <p:cNvSpPr>
            <a:spLocks xmlns:a="http://schemas.openxmlformats.org/drawingml/2006/main" noGrp="1"/>
          </p:cNvSpPr>
          <p:nvPr/>
        </p:nvSpPr>
        <p:spPr>
          <a:xfrm xmlns:a="http://schemas.openxmlformats.org/drawingml/2006/main">
            <a:off x="4495800" y="2247900"/>
            <a:ext cx="3143250" cy="2476500"/>
          </a:xfrm>
          <a:prstGeom xmlns:a="http://schemas.openxmlformats.org/drawingml/2006/main" prst="rect">
            <a:avLst/>
          </a:prstGeom>
          <a:solidFill xmlns:a="http://schemas.openxmlformats.org/drawingml/2006/main">
            <a:srgbClr val="F4F0FA"/>
          </a:solidFill>
          <a:ln xmlns:a="http://schemas.openxmlformats.org/drawingml/2006/main" w="14288">
            <a:solidFill>
              <a:srgbClr val="70509B"/>
            </a:solidFill>
          </a:ln>
        </p:spPr>
        <p:txBody>
          <a:bodyPr xmlns:a="http://schemas.openxmlformats.org/drawingml/2006/main"/>
          <a:lstStyle xmlns:a="http://schemas.openxmlformats.org/drawingml/2006/main"/>
          <a:p xmlns:a="http://schemas.openxmlformats.org/drawingml/2006/main">
            <a:r>
              <a:t/>
            </a:r>
          </a:p>
        </p:txBody>
      </p:sp>
      <p:sp>
        <p:nvSpPr>
          <p:cNvPr id="120" name="">
            <a:extLst xmlns:a="http://schemas.openxmlformats.org/drawingml/2006/main">
              <a:ext uri="{FF2B5EF4-FFF2-40B4-BE49-F238E27FC236}">
                <a16:creationId xmlns:a16="http://schemas.microsoft.com/office/drawing/2014/main" id="{E74AA2FD-A342-4EF9-BDE1-EE8D3F764F89}"/>
              </a:ext>
            </a:extLst>
          </p:cNvPr>
          <p:cNvSpPr>
            <a:spLocks xmlns:a="http://schemas.openxmlformats.org/drawingml/2006/main" noGrp="1"/>
          </p:cNvSpPr>
          <p:nvPr/>
        </p:nvSpPr>
        <p:spPr>
          <a:xfrm xmlns:a="http://schemas.openxmlformats.org/drawingml/2006/main">
            <a:off x="4629150" y="240030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70509B"/>
                </a:solidFill>
                <a:latin typeface="Arial"/>
                <a:ea typeface="Arial"/>
                <a:cs typeface="Arial"/>
              </a:defRPr>
            </a:pPr>
            <a:r>
              <a:rPr sz="1575" b="1">
                <a:solidFill>
                  <a:srgbClr val="70509B"/>
                </a:solidFill>
                <a:latin typeface="Arial"/>
                <a:ea typeface="Arial"/>
                <a:cs typeface="Arial"/>
              </a:rPr>
              <a:t>2. RETRIEVE (CPU-Only)</a:t>
            </a:r>
          </a:p>
        </p:txBody>
      </p:sp>
      <p:sp>
        <p:nvSpPr>
          <p:cNvPr id="121" name="">
            <a:extLst xmlns:a="http://schemas.openxmlformats.org/drawingml/2006/main">
              <a:ext uri="{FF2B5EF4-FFF2-40B4-BE49-F238E27FC236}">
                <a16:creationId xmlns:a16="http://schemas.microsoft.com/office/drawing/2014/main" id="{7B719329-165C-46D4-AB7A-5AD5C4F530E0}"/>
              </a:ext>
            </a:extLst>
          </p:cNvPr>
          <p:cNvSpPr>
            <a:spLocks xmlns:a="http://schemas.openxmlformats.org/drawingml/2006/main" noGrp="1"/>
          </p:cNvSpPr>
          <p:nvPr/>
        </p:nvSpPr>
        <p:spPr>
          <a:xfrm xmlns:a="http://schemas.openxmlformats.org/drawingml/2006/main">
            <a:off x="4629150" y="2819400"/>
            <a:ext cx="28765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F2LLM-v2-1.7B (accuracy)</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CPU query inference</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Cosine top-20 candidates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Symbol/BM25 routing*</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Reciprocal rank fusion*</a:t>
            </a:r>
          </a:p>
        </p:txBody>
      </p:sp>
      <p:sp>
        <p:nvSpPr>
          <p:cNvPr id="122" name="">
            <a:extLst xmlns:a="http://schemas.openxmlformats.org/drawingml/2006/main">
              <a:ext uri="{FF2B5EF4-FFF2-40B4-BE49-F238E27FC236}">
                <a16:creationId xmlns:a16="http://schemas.microsoft.com/office/drawing/2014/main" id="{9EE86451-12BC-4E4B-BC96-E7FD97FC72C1}"/>
              </a:ext>
            </a:extLst>
          </p:cNvPr>
          <p:cNvSpPr>
            <a:spLocks xmlns:a="http://schemas.openxmlformats.org/drawingml/2006/main" noGrp="1"/>
          </p:cNvSpPr>
          <p:nvPr/>
        </p:nvSpPr>
        <p:spPr>
          <a:xfrm xmlns:a="http://schemas.openxmlformats.org/drawingml/2006/main">
            <a:off x="8153400" y="2247900"/>
            <a:ext cx="3143250" cy="2476500"/>
          </a:xfrm>
          <a:prstGeom xmlns:a="http://schemas.openxmlformats.org/drawingml/2006/main" prst="rect">
            <a:avLst/>
          </a:prstGeom>
          <a:solidFill xmlns:a="http://schemas.openxmlformats.org/drawingml/2006/main">
            <a:srgbClr val="F4F0FA"/>
          </a:solidFill>
          <a:ln xmlns:a="http://schemas.openxmlformats.org/drawingml/2006/main" w="14288">
            <a:solidFill>
              <a:srgbClr val="70509B"/>
            </a:solidFill>
          </a:ln>
        </p:spPr>
        <p:txBody>
          <a:bodyPr xmlns:a="http://schemas.openxmlformats.org/drawingml/2006/main"/>
          <a:lstStyle xmlns:a="http://schemas.openxmlformats.org/drawingml/2006/main"/>
          <a:p xmlns:a="http://schemas.openxmlformats.org/drawingml/2006/main">
            <a:r>
              <a:t/>
            </a:r>
          </a:p>
        </p:txBody>
      </p:sp>
      <p:sp>
        <p:nvSpPr>
          <p:cNvPr id="123" name="">
            <a:extLst xmlns:a="http://schemas.openxmlformats.org/drawingml/2006/main">
              <a:ext uri="{FF2B5EF4-FFF2-40B4-BE49-F238E27FC236}">
                <a16:creationId xmlns:a16="http://schemas.microsoft.com/office/drawing/2014/main" id="{AA04CA57-9A5D-4B25-B176-A953EEA20925}"/>
              </a:ext>
            </a:extLst>
          </p:cNvPr>
          <p:cNvSpPr>
            <a:spLocks xmlns:a="http://schemas.openxmlformats.org/drawingml/2006/main" noGrp="1"/>
          </p:cNvSpPr>
          <p:nvPr/>
        </p:nvSpPr>
        <p:spPr>
          <a:xfrm xmlns:a="http://schemas.openxmlformats.org/drawingml/2006/main">
            <a:off x="8286750" y="2400300"/>
            <a:ext cx="2876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70509B"/>
                </a:solidFill>
                <a:latin typeface="Arial"/>
                <a:ea typeface="Arial"/>
                <a:cs typeface="Arial"/>
              </a:defRPr>
            </a:pPr>
            <a:r>
              <a:rPr sz="1575" b="1">
                <a:solidFill>
                  <a:srgbClr val="70509B"/>
                </a:solidFill>
                <a:latin typeface="Arial"/>
                <a:ea typeface="Arial"/>
                <a:cs typeface="Arial"/>
              </a:rPr>
              <a:t>3. POSTPROCESS (Dynamic)</a:t>
            </a:r>
          </a:p>
        </p:txBody>
      </p:sp>
      <p:sp>
        <p:nvSpPr>
          <p:cNvPr id="124" name="">
            <a:extLst xmlns:a="http://schemas.openxmlformats.org/drawingml/2006/main">
              <a:ext uri="{FF2B5EF4-FFF2-40B4-BE49-F238E27FC236}">
                <a16:creationId xmlns:a16="http://schemas.microsoft.com/office/drawing/2014/main" id="{1AFD937D-DBA6-4F31-9E55-51695E4E77D4}"/>
              </a:ext>
            </a:extLst>
          </p:cNvPr>
          <p:cNvSpPr>
            <a:spLocks xmlns:a="http://schemas.openxmlformats.org/drawingml/2006/main" noGrp="1"/>
          </p:cNvSpPr>
          <p:nvPr/>
        </p:nvSpPr>
        <p:spPr>
          <a:xfrm xmlns:a="http://schemas.openxmlformats.org/drawingml/2006/main">
            <a:off x="8286750" y="2819400"/>
            <a:ext cx="28765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Parse worked examples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Execute candidate Python</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Time/resource limits</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Rerank using pass/fail</a:t>
            </a:r>
          </a:p>
          <a:p xmlns:a="http://schemas.openxmlformats.org/drawingml/2006/main">
            <a:pPr>
              <a:buNone/>
              <a:defRPr sz="1425" b="0">
                <a:solidFill>
                  <a:srgbClr val="302C3C"/>
                </a:solidFill>
                <a:latin typeface="Arial"/>
                <a:ea typeface="Arial"/>
                <a:cs typeface="Arial"/>
              </a:defRPr>
            </a:pPr>
            <a:r>
              <a:rPr sz="1425" b="0">
                <a:solidFill>
                  <a:srgbClr val="302C3C"/>
                </a:solidFill>
                <a:latin typeface="Arial"/>
                <a:ea typeface="Arial"/>
                <a:cs typeface="Arial"/>
              </a:rPr>
              <a:t>• Group version variants*</a:t>
            </a:r>
          </a:p>
        </p:txBody>
      </p:sp>
      <p:sp>
        <p:nvSpPr>
          <p:cNvPr id="125" name="">
            <a:extLst xmlns:a="http://schemas.openxmlformats.org/drawingml/2006/main">
              <a:ext uri="{FF2B5EF4-FFF2-40B4-BE49-F238E27FC236}">
                <a16:creationId xmlns:a16="http://schemas.microsoft.com/office/drawing/2014/main" id="{D2B75A37-880E-4CE1-9F15-FE89C561180D}"/>
              </a:ext>
            </a:extLst>
          </p:cNvPr>
          <p:cNvSpPr>
            <a:spLocks xmlns:a="http://schemas.openxmlformats.org/drawingml/2006/main" noGrp="1"/>
          </p:cNvSpPr>
          <p:nvPr/>
        </p:nvSpPr>
        <p:spPr>
          <a:xfrm xmlns:a="http://schemas.openxmlformats.org/drawingml/2006/main">
            <a:off x="4095750" y="3333750"/>
            <a:ext cx="323850" cy="304800"/>
          </a:xfrm>
          <a:prstGeom xmlns:a="http://schemas.openxmlformats.org/drawingml/2006/main" prst="rightArrow">
            <a:avLst/>
          </a:prstGeom>
          <a:solidFill xmlns:a="http://schemas.openxmlformats.org/drawingml/2006/main">
            <a:srgbClr val="70509B"/>
          </a:solidFill>
          <a:ln xmlns:a="http://schemas.openxmlformats.org/drawingml/2006/main" w="0">
            <a:noFill/>
          </a:ln>
        </p:spPr>
      </p:sp>
      <p:sp>
        <p:nvSpPr>
          <p:cNvPr id="126" name="">
            <a:extLst xmlns:a="http://schemas.openxmlformats.org/drawingml/2006/main">
              <a:ext uri="{FF2B5EF4-FFF2-40B4-BE49-F238E27FC236}">
                <a16:creationId xmlns:a16="http://schemas.microsoft.com/office/drawing/2014/main" id="{B6D2DFA3-91AA-4C0E-BE75-4D0C94FE4237}"/>
              </a:ext>
            </a:extLst>
          </p:cNvPr>
          <p:cNvSpPr>
            <a:spLocks xmlns:a="http://schemas.openxmlformats.org/drawingml/2006/main" noGrp="1"/>
          </p:cNvSpPr>
          <p:nvPr/>
        </p:nvSpPr>
        <p:spPr>
          <a:xfrm xmlns:a="http://schemas.openxmlformats.org/drawingml/2006/main">
            <a:off x="7753350" y="3333750"/>
            <a:ext cx="323850" cy="304800"/>
          </a:xfrm>
          <a:prstGeom xmlns:a="http://schemas.openxmlformats.org/drawingml/2006/main" prst="rightArrow">
            <a:avLst/>
          </a:prstGeom>
          <a:solidFill xmlns:a="http://schemas.openxmlformats.org/drawingml/2006/main">
            <a:srgbClr val="70509B"/>
          </a:solidFill>
          <a:ln xmlns:a="http://schemas.openxmlformats.org/drawingml/2006/main" w="0">
            <a:noFill/>
          </a:ln>
        </p:spPr>
      </p:sp>
      <p:sp>
        <p:nvSpPr>
          <p:cNvPr id="127" name="">
            <a:extLst xmlns:a="http://schemas.openxmlformats.org/drawingml/2006/main">
              <a:ext uri="{FF2B5EF4-FFF2-40B4-BE49-F238E27FC236}">
                <a16:creationId xmlns:a16="http://schemas.microsoft.com/office/drawing/2014/main" id="{DBEF5D8A-EDEF-4D66-93EC-69DF15E2287A}"/>
              </a:ext>
            </a:extLst>
          </p:cNvPr>
          <p:cNvSpPr>
            <a:spLocks xmlns:a="http://schemas.openxmlformats.org/drawingml/2006/main" noGrp="1"/>
          </p:cNvSpPr>
          <p:nvPr/>
        </p:nvSpPr>
        <p:spPr>
          <a:xfrm xmlns:a="http://schemas.openxmlformats.org/drawingml/2006/main">
            <a:off x="838200" y="4933950"/>
            <a:ext cx="10515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00" b="0">
                <a:solidFill>
                  <a:srgbClr val="302C3C"/>
                </a:solidFill>
                <a:latin typeface="Arial"/>
                <a:ea typeface="Arial"/>
                <a:cs typeface="Arial"/>
              </a:defRPr>
            </a:pPr>
            <a:r>
              <a:rPr sz="1500" b="0">
                <a:solidFill>
                  <a:srgbClr val="302C3C"/>
                </a:solidFill>
                <a:latin typeface="Arial"/>
                <a:ea typeface="Arial"/>
                <a:cs typeface="Arial"/>
              </a:rPr>
              <a:t>* Workbench and version engine features; they are not all part of the P0 benchmark. P0 uses corpus embeddings, CPU query embeddings and example-based reranking. Verification is conditional on usable examples and is not a correctness proof.</a:t>
            </a:r>
          </a:p>
        </p:txBody>
      </p:sp>
    </p:spTree>
    <p:extLst>
      <p:ext uri="{BB962C8B-B14F-4D97-AF65-F5344CB8AC3E}">
        <p14:creationId xmlns:p14="http://schemas.microsoft.com/office/powerpoint/2010/main" val="72669886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19" name="Google Shape;119;p5">
            <a:extLst xmlns:a="http://schemas.openxmlformats.org/drawingml/2006/main">
              <a:ext uri="{FF2B5EF4-FFF2-40B4-BE49-F238E27FC236}">
                <a16:creationId xmlns:a16="http://schemas.microsoft.com/office/drawing/2014/main" id="{016F85AB-A368-43E8-B29E-38638B794186}"/>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Demo &amp; Product Walkthrough</a:t>
            </a:r>
            <a:endParaRPr/>
          </a:p>
        </p:txBody>
      </p:sp>
      <p:sp>
        <p:nvSpPr>
          <p:cNvPr id="120" name="Google Shape;120;p5">
            <a:extLst xmlns:a="http://schemas.openxmlformats.org/drawingml/2006/main">
              <a:ext uri="{FF2B5EF4-FFF2-40B4-BE49-F238E27FC236}">
                <a16:creationId xmlns:a16="http://schemas.microsoft.com/office/drawing/2014/main" id="{070D46DE-2DBC-4349-95AB-CE0F41EB497A}"/>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1. Index Python code  </a:t>
            </a:r>
            <a:r>
              <a:rPr sz="1725">
                <a:solidFill>
                  <a:srgbClr val="302C3C"/>
                </a:solidFill>
                <a:latin typeface="Arial"/>
                <a:ea typeface="Arial"/>
                <a:cs typeface="Arial"/>
              </a:rPr>
              <a:t>Open a folder for a working snapshot. The built-in repository demo also exposes its Git history; arbitrary folder targets do not import history.</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2. Query with evidence  </a:t>
            </a:r>
            <a:r>
              <a:rPr sz="1725">
                <a:solidFill>
                  <a:srgbClr val="302C3C"/>
                </a:solidFill>
                <a:latin typeface="Arial"/>
                <a:ea typeface="Arial"/>
                <a:cs typeface="Arial"/>
              </a:rPr>
              <a:t>Inspect ranked snippets, file/line spans and retrieval signals. Dense queries use the selected encoder tier.</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3. Edit and update  </a:t>
            </a:r>
            <a:r>
              <a:rPr sz="1725">
                <a:solidFill>
                  <a:srgbClr val="302C3C"/>
                </a:solidFill>
                <a:latin typeface="Arial"/>
                <a:ea typeface="Arial"/>
                <a:cs typeface="Arial"/>
              </a:rPr>
              <a:t>One-function edit: 6.45 s, 2 chunks encoded and 48 reused. Unchanged update: 1.51 s. These are separate measured cases.</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4. Compare variants  </a:t>
            </a:r>
            <a:r>
              <a:rPr sz="1725">
                <a:solidFill>
                  <a:srgbClr val="302C3C"/>
                </a:solidFill>
                <a:latin typeface="Arial"/>
                <a:ea typeface="Arial"/>
                <a:cs typeface="Arial"/>
              </a:rPr>
              <a:t>A constructed three-version fixture tests lineage grouping and verification. The engine retains version identity for each result.</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Recorded walkthrough  </a:t>
            </a:r>
            <a:r>
              <a:rPr sz="1725">
                <a:solidFill>
                  <a:srgbClr val="302C3C"/>
                </a:solidFill>
                <a:latin typeface="Arial"/>
                <a:ea typeface="Arial"/>
                <a:cs typeface="Arial"/>
              </a:rPr>
              <a:t>https://youtu.be/0k2UUJOp-Tc — published recording is 5:46; the supplied template asks for a maximum of 5:00.</a:t>
            </a:r>
          </a:p>
        </p:txBody>
      </p:sp>
    </p:spTree>
    <p:extLst>
      <p:ext uri="{BB962C8B-B14F-4D97-AF65-F5344CB8AC3E}">
        <p14:creationId xmlns:p14="http://schemas.microsoft.com/office/powerpoint/2010/main" val="55794642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25" name="Google Shape;125;p6">
            <a:extLst xmlns:a="http://schemas.openxmlformats.org/drawingml/2006/main">
              <a:ext uri="{FF2B5EF4-FFF2-40B4-BE49-F238E27FC236}">
                <a16:creationId xmlns:a16="http://schemas.microsoft.com/office/drawing/2014/main" id="{C5B6EEE0-CBF5-4761-896D-00E3D8CA0786}"/>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Tools and tech stack used</a:t>
            </a:r>
            <a:endParaRPr b="1">
              <a:solidFill>
                <a:srgbClr val="704EA6"/>
              </a:solidFill>
            </a:endParaRPr>
          </a:p>
        </p:txBody>
      </p:sp>
      <p:sp>
        <p:nvSpPr>
          <p:cNvPr id="126" name="Google Shape;126;p6">
            <a:extLst xmlns:a="http://schemas.openxmlformats.org/drawingml/2006/main">
              <a:ext uri="{FF2B5EF4-FFF2-40B4-BE49-F238E27FC236}">
                <a16:creationId xmlns:a16="http://schemas.microsoft.com/office/drawing/2014/main" id="{368C9488-744C-4DE5-9FA4-837A2F601D0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Runtime  </a:t>
            </a:r>
            <a:r>
              <a:rPr sz="1725">
                <a:solidFill>
                  <a:srgbClr val="302C3C"/>
                </a:solidFill>
                <a:latin typeface="Arial"/>
                <a:ea typeface="Arial"/>
                <a:cs typeface="Arial"/>
              </a:rPr>
              <a:t>Python, PyTorch 2.8.0, Sentence Transformers and NumPy. The current retrieval path uses Python; the C++ component is a separate prototype.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Preprocessing  </a:t>
            </a:r>
            <a:r>
              <a:rPr sz="1725">
                <a:solidFill>
                  <a:srgbClr val="302C3C"/>
                </a:solidFill>
                <a:latin typeface="Arial"/>
                <a:ea typeface="Arial"/>
                <a:cs typeface="Arial"/>
              </a:rPr>
              <a:t>Tree-sitter AST chunks, structural metadata and SQLite content-addressed embeddings keyed by the full model recipe.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Retrieval and postprocessing  </a:t>
            </a:r>
            <a:r>
              <a:rPr sz="1725">
                <a:solidFill>
                  <a:srgbClr val="302C3C"/>
                </a:solidFill>
                <a:latin typeface="Arial"/>
                <a:ea typeface="Arial"/>
                <a:cs typeface="Arial"/>
              </a:rPr>
              <a:t>Cosine search; symbol/BM25 and reciprocal rank fusion in the workbench; Python subprocess execution for usable examples.</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Embedding models  </a:t>
            </a:r>
            <a:r>
              <a:rPr sz="1725">
                <a:solidFill>
                  <a:srgbClr val="302C3C"/>
                </a:solidFill>
                <a:latin typeface="Arial"/>
                <a:ea typeface="Arial"/>
                <a:cs typeface="Arial"/>
              </a:rPr>
              <a:t>F2LLM-v2-1.7B accuracy tier; 0.6B is explicit opt-in. Revisions, prompts, pooling and sequence limits are pinned.</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Evaluation and interface  </a:t>
            </a:r>
            <a:r>
              <a:rPr sz="1725">
                <a:solidFill>
                  <a:srgbClr val="302C3C"/>
                </a:solidFill>
                <a:latin typeface="Arial"/>
                <a:ea typeface="Arial"/>
                <a:cs typeface="Arial"/>
              </a:rPr>
              <a:t>MTEB 2.21.0 with cache=None; pytest and GitHub Actions; FastAPI/Uvicorn workbench. Dependency and source records accompany measurements.</a:t>
            </a:r>
          </a:p>
        </p:txBody>
      </p:sp>
    </p:spTree>
    <p:extLst>
      <p:ext uri="{BB962C8B-B14F-4D97-AF65-F5344CB8AC3E}">
        <p14:creationId xmlns:p14="http://schemas.microsoft.com/office/powerpoint/2010/main" val="127237866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31" name="Google Shape;131;p7">
            <a:extLst xmlns:a="http://schemas.openxmlformats.org/drawingml/2006/main">
              <a:ext uri="{FF2B5EF4-FFF2-40B4-BE49-F238E27FC236}">
                <a16:creationId xmlns:a16="http://schemas.microsoft.com/office/drawing/2014/main" id="{3D09B309-26A5-4CB3-8A41-AA92ECB60C5C}"/>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Impact &amp; Use case</a:t>
            </a:r>
            <a:endParaRPr b="1">
              <a:solidFill>
                <a:srgbClr val="704EA6"/>
              </a:solidFill>
            </a:endParaRPr>
          </a:p>
        </p:txBody>
      </p:sp>
      <p:sp>
        <p:nvSpPr>
          <p:cNvPr id="132" name="Google Shape;132;p7">
            <a:extLst xmlns:a="http://schemas.openxmlformats.org/drawingml/2006/main">
              <a:ext uri="{FF2B5EF4-FFF2-40B4-BE49-F238E27FC236}">
                <a16:creationId xmlns:a16="http://schemas.microsoft.com/office/drawing/2014/main" id="{23765700-C17A-403D-992D-E6670996F75B}"/>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Developer onboarding  </a:t>
            </a:r>
            <a:r>
              <a:rPr sz="1725">
                <a:solidFill>
                  <a:srgbClr val="302C3C"/>
                </a:solidFill>
                <a:latin typeface="Arial"/>
                <a:ea typeface="Arial"/>
                <a:cs typeface="Arial"/>
              </a:rPr>
              <a:t>Map a natural-language question to implementation snippets with source locations and structural metadata.</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Example-guided triage  </a:t>
            </a:r>
            <a:r>
              <a:rPr sz="1725">
                <a:solidFill>
                  <a:srgbClr val="302C3C"/>
                </a:solidFill>
                <a:latin typeface="Arial"/>
                <a:ea typeface="Arial"/>
                <a:cs typeface="Arial"/>
              </a:rPr>
              <a:t>Use examples from a problem or issue to distinguish candidate behavior, while retaining failures and execution limits.</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Changing repositories  </a:t>
            </a:r>
            <a:r>
              <a:rPr sz="1725">
                <a:solidFill>
                  <a:srgbClr val="302C3C"/>
                </a:solidFill>
                <a:latin typeface="Arial"/>
                <a:ea typeface="Arial"/>
                <a:cs typeface="Arial"/>
              </a:rPr>
              <a:t>Reuse unchanged chunks after edits. The measured rebuild fixture demonstrates reuse, rather than a universal update-time guarantee.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Code archaeology  </a:t>
            </a:r>
            <a:r>
              <a:rPr sz="1725">
                <a:solidFill>
                  <a:srgbClr val="302C3C"/>
                </a:solidFill>
                <a:latin typeface="Arial"/>
                <a:ea typeface="Arial"/>
                <a:cs typeface="Arial"/>
              </a:rPr>
              <a:t>Search explicit snapshots and related variants. Version isolation addresses retrieval provenance; it does not establish freedom from pretraining exposure.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Checkable outputs  </a:t>
            </a:r>
            <a:r>
              <a:rPr sz="1725">
                <a:solidFill>
                  <a:srgbClr val="302C3C"/>
                </a:solidFill>
                <a:latin typeface="Arial"/>
                <a:ea typeface="Arial"/>
                <a:cs typeface="Arial"/>
              </a:rPr>
              <a:t>Return ranked source code and retrieval evidence. Code generation and formal proof of correctness are outside this submission.</a:t>
            </a:r>
          </a:p>
        </p:txBody>
      </p:sp>
    </p:spTree>
    <p:extLst>
      <p:ext uri="{BB962C8B-B14F-4D97-AF65-F5344CB8AC3E}">
        <p14:creationId xmlns:p14="http://schemas.microsoft.com/office/powerpoint/2010/main" val="46643406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37" name="Google Shape;137;p8">
            <a:extLst xmlns:a="http://schemas.openxmlformats.org/drawingml/2006/main">
              <a:ext uri="{FF2B5EF4-FFF2-40B4-BE49-F238E27FC236}">
                <a16:creationId xmlns:a16="http://schemas.microsoft.com/office/drawing/2014/main" id="{FBCC3269-D4C8-4B31-BEA4-7DD0B022D61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defRPr sz="3300" b="1">
                <a:solidFill>
                  <a:srgbClr val="70509B"/>
                </a:solidFill>
                <a:latin typeface="Arial"/>
                <a:ea typeface="Arial"/>
                <a:cs typeface="Arial"/>
              </a:defRPr>
            </a:pPr>
            <a:r>
              <a:rPr sz="3300" b="1">
                <a:solidFill>
                  <a:srgbClr val="70509B"/>
                </a:solidFill>
                <a:latin typeface="Arial"/>
                <a:ea typeface="Arial"/>
                <a:cs typeface="Arial"/>
              </a:rPr>
              <a:t>Innovation highlights, results and limitations</a:t>
            </a:r>
            <a:endParaRPr sz="4400" b="1">
              <a:solidFill>
                <a:srgbClr val="704EA6"/>
              </a:solidFill>
            </a:endParaRPr>
          </a:p>
        </p:txBody>
      </p:sp>
      <p:sp>
        <p:nvSpPr>
          <p:cNvPr id="138" name="Google Shape;138;p8">
            <a:extLst xmlns:a="http://schemas.openxmlformats.org/drawingml/2006/main">
              <a:ext uri="{FF2B5EF4-FFF2-40B4-BE49-F238E27FC236}">
                <a16:creationId xmlns:a16="http://schemas.microsoft.com/office/drawing/2014/main" id="{18FAD950-12BB-4401-B8D8-6A9CC023EB5E}"/>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P0 — staged CPU query encoding  </a:t>
            </a:r>
            <a:r>
              <a:rPr sz="1575">
                <a:solidFill>
                  <a:srgbClr val="302C3C"/>
                </a:solidFill>
                <a:latin typeface="Arial"/>
                <a:ea typeface="Arial"/>
                <a:cs typeface="Arial"/>
              </a:rPr>
              <a:t>NDCG@10 0.96583; MRR@10 0.95825; Recall@10 0.98805. Four CPU query shards; official MTEB scoring replay. Prior APPS test exposure; encoding time is separate.</a:t>
            </a:r>
          </a:p>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CPU P1 — 40 functions, 50 chunks, 3 repetitions  </a:t>
            </a:r>
            <a:r>
              <a:rPr sz="1575">
                <a:solidFill>
                  <a:srgbClr val="302C3C"/>
                </a:solidFill>
                <a:latin typeface="Arial"/>
                <a:ea typeface="Arial"/>
                <a:cs typeface="Arial"/>
              </a:rPr>
              <a:t>Median full build 102.78 s; unchanged update 1.51 s; one-function edit 6.45 s; ten-function edit 29.51 s. Fresh-index comparison matched all 6 probe rankings.</a:t>
            </a:r>
          </a:p>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CPU Bonus — constructed 12-lineage fixture  </a:t>
            </a:r>
            <a:r>
              <a:rPr sz="1575">
                <a:solidFill>
                  <a:srgbClr val="302C3C"/>
                </a:solidFill>
                <a:latin typeface="Arial"/>
                <a:ea typeface="Arial"/>
                <a:cs typeface="Arial"/>
              </a:rPr>
              <a:t>Correct version first: 12/12 with verification, 1/12 without. Median query 5.82 s. These are functional fixture results, not unseen-accuracy estimates.</a:t>
            </a:r>
          </a:p>
          <a:p xmlns:a="http://schemas.openxmlformats.org/drawingml/2006/main">
            <a:pPr>
              <a:spcAft>
                <a:spcPts val="1500"/>
              </a:spcAft>
              <a:defRPr sz="1575">
                <a:solidFill>
                  <a:srgbClr val="302C3C"/>
                </a:solidFill>
                <a:latin typeface="Arial"/>
                <a:ea typeface="Arial"/>
                <a:cs typeface="Arial"/>
              </a:defRPr>
            </a:pPr>
            <a:r>
              <a:rPr sz="1575" b="1">
                <a:solidFill>
                  <a:srgbClr val="302C3C"/>
                </a:solidFill>
                <a:latin typeface="Arial"/>
                <a:ea typeface="Arial"/>
                <a:cs typeface="Arial"/>
              </a:rPr>
              <a:t>Limits and resources  </a:t>
            </a:r>
            <a:r>
              <a:rPr sz="1575">
                <a:solidFill>
                  <a:srgbClr val="302C3C"/>
                </a:solidFill>
                <a:latin typeface="Arial"/>
                <a:ea typeface="Arial"/>
                <a:cs typeface="Arial"/>
              </a:rPr>
              <a:t>4-vCPU Kaggle Xeon; peak RSS: P0 replay 9.41 GB; P1 fixture 10.85 GB. APPS pretraining exposure is possible. Visible examples and subprocess limits do not prove correctness or provide a hardened security boundary.</a:t>
            </a:r>
          </a:p>
        </p:txBody>
      </p:sp>
    </p:spTree>
    <p:extLst>
      <p:ext uri="{BB962C8B-B14F-4D97-AF65-F5344CB8AC3E}">
        <p14:creationId xmlns:p14="http://schemas.microsoft.com/office/powerpoint/2010/main" val="24288320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43" name="Google Shape;143;p9">
            <a:extLst xmlns:a="http://schemas.openxmlformats.org/drawingml/2006/main">
              <a:ext uri="{FF2B5EF4-FFF2-40B4-BE49-F238E27FC236}">
                <a16:creationId xmlns:a16="http://schemas.microsoft.com/office/drawing/2014/main" id="{D0B2E542-30EC-4AEF-A505-83876F6D8ED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What’s next</a:t>
            </a:r>
            <a:endParaRPr sz="4400" b="1">
              <a:solidFill>
                <a:srgbClr val="704EA6"/>
              </a:solidFill>
            </a:endParaRPr>
          </a:p>
        </p:txBody>
      </p:sp>
      <p:sp>
        <p:nvSpPr>
          <p:cNvPr id="144" name="Google Shape;144;p9">
            <a:extLst xmlns:a="http://schemas.openxmlformats.org/drawingml/2006/main">
              <a:ext uri="{FF2B5EF4-FFF2-40B4-BE49-F238E27FC236}">
                <a16:creationId xmlns:a16="http://schemas.microsoft.com/office/drawing/2014/main" id="{57F23462-A9B7-4DBD-B83D-D91449CE615A}"/>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Broader Python inputs  </a:t>
            </a:r>
            <a:r>
              <a:rPr sz="1800">
                <a:solidFill>
                  <a:srgbClr val="302C3C"/>
                </a:solidFill>
                <a:latin typeface="Arial"/>
                <a:ea typeface="Arial"/>
                <a:cs typeface="Arial"/>
              </a:rPr>
              <a:t>Improve handling of incomplete fragments and diverse test formats; measure generalization on genuinely unseen code.</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Lower query cost  </a:t>
            </a:r>
            <a:r>
              <a:rPr sz="1800">
                <a:solidFill>
                  <a:srgbClr val="302C3C"/>
                </a:solidFill>
                <a:latin typeface="Arial"/>
                <a:ea typeface="Arial"/>
                <a:cs typeface="Arial"/>
              </a:rPr>
              <a:t>Investigate faster CPU runtimes only when ranking fidelity and end-to-end measurements support adoption. No unmeasured latency target is claimed.</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Stronger execution isolation  </a:t>
            </a:r>
            <a:r>
              <a:rPr sz="1800">
                <a:solidFill>
                  <a:srgbClr val="302C3C"/>
                </a:solidFill>
                <a:latin typeface="Arial"/>
                <a:ea typeface="Arial"/>
                <a:cs typeface="Arial"/>
              </a:rPr>
              <a:t>Replace defensive subprocess limits with a hardened isolation boundary for untrusted multi-user deployments.</a:t>
            </a:r>
          </a:p>
          <a:p xmlns:a="http://schemas.openxmlformats.org/drawingml/2006/main">
            <a:pPr>
              <a:spcAft>
                <a:spcPts val="1500"/>
              </a:spcAft>
              <a:buNone/>
              <a:defRPr sz="1800">
                <a:solidFill>
                  <a:srgbClr val="302C3C"/>
                </a:solidFill>
                <a:latin typeface="Arial"/>
                <a:ea typeface="Arial"/>
                <a:cs typeface="Arial"/>
              </a:defRPr>
            </a:pPr>
            <a:r>
              <a:rPr sz="1800" b="1">
                <a:solidFill>
                  <a:srgbClr val="302C3C"/>
                </a:solidFill>
                <a:latin typeface="Arial"/>
                <a:ea typeface="Arial"/>
                <a:cs typeface="Arial"/>
              </a:rPr>
              <a:t>Richer repository structure  </a:t>
            </a:r>
            <a:r>
              <a:rPr sz="1800">
                <a:solidFill>
                  <a:srgbClr val="302C3C"/>
                </a:solidFill>
                <a:latin typeface="Arial"/>
                <a:ea typeface="Arial"/>
                <a:cs typeface="Arial"/>
              </a:rPr>
              <a:t>Extend cross-file analysis and history ingestion, preserving source locations, snapshot identity and cache-recipe provenance.</a:t>
            </a:r>
          </a:p>
        </p:txBody>
      </p:sp>
    </p:spTree>
    <p:extLst>
      <p:ext uri="{BB962C8B-B14F-4D97-AF65-F5344CB8AC3E}">
        <p14:creationId xmlns:p14="http://schemas.microsoft.com/office/powerpoint/2010/main" val="206686538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49" name="Google Shape;149;p10">
            <a:extLst xmlns:a="http://schemas.openxmlformats.org/drawingml/2006/main">
              <a:ext uri="{FF2B5EF4-FFF2-40B4-BE49-F238E27FC236}">
                <a16:creationId xmlns:a16="http://schemas.microsoft.com/office/drawing/2014/main" id="{1B130D28-8579-4DC4-8738-2567EE4B9C27}"/>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sz="4400" b="1">
                <a:solidFill>
                  <a:srgbClr val="704EA6"/>
                </a:solidFill>
                <a:latin typeface="Calibri"/>
                <a:ea typeface="Calibri"/>
                <a:cs typeface="Calibri"/>
              </a:rPr>
              <a:t>Brownie points slide( differentiation)</a:t>
            </a:r>
            <a:endParaRPr sz="4400" b="1">
              <a:solidFill>
                <a:srgbClr val="704EA6"/>
              </a:solidFill>
            </a:endParaRPr>
          </a:p>
        </p:txBody>
      </p:sp>
      <p:sp>
        <p:nvSpPr>
          <p:cNvPr id="150" name="Google Shape;150;p10">
            <a:extLst xmlns:a="http://schemas.openxmlformats.org/drawingml/2006/main">
              <a:ext uri="{FF2B5EF4-FFF2-40B4-BE49-F238E27FC236}">
                <a16:creationId xmlns:a16="http://schemas.microsoft.com/office/drawing/2014/main" id="{A805DDF1-28D7-4E2C-BC1D-411D99ADFFE2}"/>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Our architectural contribution  </a:t>
            </a:r>
            <a:r>
              <a:rPr sz="1725">
                <a:solidFill>
                  <a:srgbClr val="302C3C"/>
                </a:solidFill>
                <a:latin typeface="Arial"/>
                <a:ea typeface="Arial"/>
                <a:cs typeface="Arial"/>
              </a:rPr>
              <a:t>Combine reusable structural preprocessing with conditional behavioral postprocessing around a fixed embedding model.</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Selective work  </a:t>
            </a:r>
            <a:r>
              <a:rPr sz="1725">
                <a:solidFill>
                  <a:srgbClr val="302C3C"/>
                </a:solidFill>
                <a:latin typeface="Arial"/>
                <a:ea typeface="Arial"/>
                <a:cs typeface="Arial"/>
              </a:rPr>
              <a:t>Encode changed content and route workbench queries through cheap signals before dense inference when those signals suffice.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Check behavior after retrieval  </a:t>
            </a:r>
            <a:r>
              <a:rPr sz="1725">
                <a:solidFill>
                  <a:srgbClr val="302C3C"/>
                </a:solidFill>
                <a:latin typeface="Arial"/>
                <a:ea typeface="Arial"/>
                <a:cs typeface="Arial"/>
              </a:rPr>
              <a:t>Use executable examples to rerank semantic candidates; keep the dense order when useful verification evidence is unavailable.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Traceable versions and vectors  </a:t>
            </a:r>
            <a:r>
              <a:rPr sz="1725">
                <a:solidFill>
                  <a:srgbClr val="302C3C"/>
                </a:solidFill>
                <a:latin typeface="Arial"/>
                <a:ea typeface="Arial"/>
                <a:cs typeface="Arial"/>
              </a:rPr>
              <a:t>Retain snapshot identity, content hashes and full encoder recipes. Validate dimensions, finite values and exact cache coverage.</a:t>
            </a:r>
          </a:p>
          <a:p xmlns:a="http://schemas.openxmlformats.org/drawingml/2006/main">
            <a:pPr>
              <a:spcAft>
                <a:spcPts val="1500"/>
              </a:spcAft>
              <a:buNone/>
              <a:defRPr sz="1725">
                <a:solidFill>
                  <a:srgbClr val="302C3C"/>
                </a:solidFill>
                <a:latin typeface="Arial"/>
                <a:ea typeface="Arial"/>
                <a:cs typeface="Arial"/>
              </a:defRPr>
            </a:pPr>
            <a:r>
              <a:rPr sz="1725" b="1">
                <a:solidFill>
                  <a:srgbClr val="302C3C"/>
                </a:solidFill>
                <a:latin typeface="Arial"/>
                <a:ea typeface="Arial"/>
                <a:cs typeface="Arial"/>
              </a:rPr>
              <a:t>Research discipline  </a:t>
            </a:r>
            <a:r>
              <a:rPr sz="1725">
                <a:solidFill>
                  <a:srgbClr val="302C3C"/>
                </a:solidFill>
                <a:latin typeface="Arial"/>
                <a:ea typeface="Arial"/>
                <a:cs typeface="Arial"/>
              </a:rPr>
              <a:t>Preserve negative experiments and historical results; distinguish synthetic functional checks, scored benchmark evidence and measured runtime.</a:t>
            </a:r>
          </a:p>
        </p:txBody>
      </p:sp>
    </p:spTree>
    <p:extLst>
      <p:ext uri="{BB962C8B-B14F-4D97-AF65-F5344CB8AC3E}">
        <p14:creationId xmlns:p14="http://schemas.microsoft.com/office/powerpoint/2010/main" val="124827769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5" name="Google Shape;155;p11">
            <a:extLst xmlns:a="http://schemas.openxmlformats.org/drawingml/2006/main">
              <a:ext uri="{FF2B5EF4-FFF2-40B4-BE49-F238E27FC236}">
                <a16:creationId xmlns:a16="http://schemas.microsoft.com/office/drawing/2014/main" id="{260B98E6-1A84-4DC5-A86E-563433B1CA8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rmAutofit fontScale="100000"/>
          </a:bodyPr>
          <a:lstStyle xmlns:a="http://schemas.openxmlformats.org/drawingml/2006/main"/>
          <a:p xmlns:a="http://schemas.openxmlformats.org/drawingml/2006/main">
            <a:pPr marL="0" lvl="0" indent="0" algn="l">
              <a:lnSpc>
                <a:spcPct val="90000"/>
              </a:lnSpc>
              <a:spcBef>
                <a:spcPts val="0"/>
              </a:spcBef>
              <a:spcAft>
                <a:spcPts val="0"/>
              </a:spcAft>
              <a:buClr>
                <a:srgbClr val="704EA6"/>
              </a:buClr>
              <a:buSzPts val="4400"/>
              <a:buFont typeface="Calibri"/>
              <a:buNone/>
            </a:pPr>
            <a:r>
              <a:rPr b="1">
                <a:solidFill>
                  <a:srgbClr val="704EA6"/>
                </a:solidFill>
                <a:latin typeface="Calibri"/>
                <a:ea typeface="Calibri"/>
                <a:cs typeface="Calibri"/>
              </a:rPr>
              <a:t>Checklist - Submission materials</a:t>
            </a:r>
            <a:endParaRPr/>
          </a:p>
        </p:txBody>
      </p:sp>
      <p:sp>
        <p:nvSpPr>
          <p:cNvPr id="156" name="Google Shape;156;p11">
            <a:extLst xmlns:a="http://schemas.openxmlformats.org/drawingml/2006/main">
              <a:ext uri="{FF2B5EF4-FFF2-40B4-BE49-F238E27FC236}">
                <a16:creationId xmlns:a16="http://schemas.microsoft.com/office/drawing/2014/main" id="{5D24E8F1-8B77-4563-B7ED-4F9CD3C42C6D}"/>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Source and reproducible setup  </a:t>
            </a:r>
            <a:r>
              <a:rPr sz="1725">
                <a:solidFill>
                  <a:srgbClr val="302C3C"/>
                </a:solidFill>
                <a:latin typeface="Arial"/>
                <a:ea typeface="Arial"/>
                <a:cs typeface="Arial"/>
              </a:rPr>
              <a:t>CodeDoctor repository; README includes clean-environment, live evaluation and version-engine commands.</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Dependencies  </a:t>
            </a:r>
            <a:r>
              <a:rPr sz="1725">
                <a:solidFill>
                  <a:srgbClr val="302C3C"/>
                </a:solidFill>
                <a:latin typeface="Arial"/>
                <a:ea typeface="Arial"/>
                <a:cs typeface="Arial"/>
              </a:rPr>
              <a:t>requirement.txt and requirements-submission.txt select the portable submission stack; measured environments are preserved separately.</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Presentation and disclosure  </a:t>
            </a:r>
            <a:r>
              <a:rPr sz="1725">
                <a:solidFill>
                  <a:srgbClr val="302C3C"/>
                </a:solidFill>
                <a:latin typeface="Arial"/>
                <a:ea typeface="Arial"/>
                <a:cs typeface="Arial"/>
              </a:rPr>
              <a:t>VITV_Doctors_Submission.pptx and matching PDF; the official LangAI3.0 AI disclosure form records tool assistance.</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Benchmark evidence  </a:t>
            </a:r>
            <a:r>
              <a:rPr sz="1725">
                <a:solidFill>
                  <a:srgbClr val="302C3C"/>
                </a:solidFill>
                <a:latin typeface="Arial"/>
                <a:ea typeface="Arial"/>
                <a:cs typeface="Arial"/>
              </a:rPr>
              <a:t>CPU result JSON, ranked predictions and source records; four shard encoding logs separate from scoring replay. Historical GPU results retain their original identity.</a:t>
            </a:r>
          </a:p>
          <a:p xmlns:a="http://schemas.openxmlformats.org/drawingml/2006/main">
            <a:pPr>
              <a:spcAft>
                <a:spcPts val="1500"/>
              </a:spcAft>
              <a:defRPr sz="1725">
                <a:solidFill>
                  <a:srgbClr val="302C3C"/>
                </a:solidFill>
                <a:latin typeface="Arial"/>
                <a:ea typeface="Arial"/>
                <a:cs typeface="Arial"/>
              </a:defRPr>
            </a:pPr>
            <a:r>
              <a:rPr sz="1725" b="1">
                <a:solidFill>
                  <a:srgbClr val="302C3C"/>
                </a:solidFill>
                <a:latin typeface="Arial"/>
                <a:ea typeface="Arial"/>
                <a:cs typeface="Arial"/>
              </a:rPr>
              <a:t>Demo and submission tag  </a:t>
            </a:r>
            <a:r>
              <a:rPr sz="1725">
                <a:solidFill>
                  <a:srgbClr val="302C3C"/>
                </a:solidFill>
                <a:latin typeface="Arial"/>
                <a:ea typeface="Arial"/>
                <a:cs typeface="Arial"/>
              </a:rPr>
              <a:t>Video: https://youtu.be/0k2UUJOp-Tc. Submission tag: PRISM_GENAI_HACKATHON_Y2026. The current public video duration is 5:46.</a:t>
            </a:r>
          </a:p>
        </p:txBody>
      </p:sp>
    </p:spTree>
    <p:extLst>
      <p:ext uri="{BB962C8B-B14F-4D97-AF65-F5344CB8AC3E}">
        <p14:creationId xmlns:p14="http://schemas.microsoft.com/office/powerpoint/2010/main" val="156398511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62" name="Google Shape;162;p12">
            <a:extLst xmlns:a="http://schemas.openxmlformats.org/drawingml/2006/main">
              <a:ext uri="{FF2B5EF4-FFF2-40B4-BE49-F238E27FC236}">
                <a16:creationId xmlns:a16="http://schemas.microsoft.com/office/drawing/2014/main" id="{30890828-07F0-4BF1-9653-014ED78F1479}"/>
              </a:ext>
            </a:extLst>
          </p:cNvPr>
          <p:cNvSpPr>
            <a:spLocks xmlns:a="http://schemas.openxmlformats.org/drawingml/2006/main" noGrp="1"/>
          </p:cNvSpPr>
          <p:nvPr/>
        </p:nvSpPr>
        <p:spPr>
          <a:xfrm xmlns:a="http://schemas.openxmlformats.org/drawingml/2006/main">
            <a:off x="1046181" y="3730214"/>
            <a:ext cx="6766560" cy="8686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14142B"/>
              </a:buClr>
              <a:buSzPts val="4600"/>
              <a:buFont typeface="Arial"/>
              <a:buNone/>
            </a:pPr>
            <a:r>
              <a:rPr sz="4600" b="1" i="0" u="none" cap="none">
                <a:solidFill>
                  <a:srgbClr val="14142B"/>
                </a:solidFill>
                <a:latin typeface="Arial"/>
                <a:ea typeface="Arial"/>
                <a:cs typeface="Arial"/>
              </a:rPr>
              <a:t>Thank you</a:t>
            </a:r>
            <a:endParaRPr sz="4600" b="0" i="0" u="none" cap="none">
              <a:solidFill>
                <a:schemeClr val="dk1"/>
              </a:solidFill>
              <a:latin typeface="Calibri"/>
              <a:ea typeface="Calibri"/>
              <a:cs typeface="Calibri"/>
            </a:endParaRPr>
          </a:p>
        </p:txBody>
      </p:sp>
      <p:sp>
        <p:nvSpPr>
          <p:cNvPr id="163" name="Google Shape;163;p12">
            <a:extLst xmlns:a="http://schemas.openxmlformats.org/drawingml/2006/main">
              <a:ext uri="{FF2B5EF4-FFF2-40B4-BE49-F238E27FC236}">
                <a16:creationId xmlns:a16="http://schemas.microsoft.com/office/drawing/2014/main" id="{22564FB1-E31B-49E7-A07D-A9B231D97C1C}"/>
              </a:ext>
            </a:extLst>
          </p:cNvPr>
          <p:cNvSpPr>
            <a:spLocks xmlns:a="http://schemas.openxmlformats.org/drawingml/2006/main" noGrp="1"/>
          </p:cNvSpPr>
          <p:nvPr/>
        </p:nvSpPr>
        <p:spPr>
          <a:xfrm xmlns:a="http://schemas.openxmlformats.org/drawingml/2006/main">
            <a:off x="777240" y="5897880"/>
            <a:ext cx="1060704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lvl="0" indent="0" algn="l">
              <a:spcBef>
                <a:spcPts val="0"/>
              </a:spcBef>
              <a:spcAft>
                <a:spcPts val="0"/>
              </a:spcAft>
              <a:buClr>
                <a:srgbClr val="63637E"/>
              </a:buClr>
              <a:buSzPts val="1100"/>
              <a:buFont typeface="Calibri"/>
              <a:buNone/>
            </a:pPr>
            <a:r>
              <a:rPr sz="1100" b="0" i="0" u="none" cap="none">
                <a:solidFill>
                  <a:srgbClr val="63637E"/>
                </a:solidFill>
                <a:latin typeface="Calibri"/>
                <a:ea typeface="Calibri"/>
                <a:cs typeface="Calibri"/>
              </a:rPr>
              <a:t>Organised by the Language AI Team and the PRISM Team, Samsung R&amp;D Institute India</a:t>
            </a:r>
            <a:endParaRPr sz="1100" b="0" i="0" u="none" cap="none">
              <a:solidFill>
                <a:schemeClr val="dk1"/>
              </a:solidFill>
              <a:latin typeface="Calibri"/>
              <a:ea typeface="Calibri"/>
              <a:cs typeface="Calibri"/>
            </a:endParaRPr>
          </a:p>
        </p:txBody>
      </p:sp>
      <p:sp>
        <p:nvSpPr>
          <p:cNvPr id="164" name="">
            <a:extLst xmlns:a="http://schemas.openxmlformats.org/drawingml/2006/main">
              <a:ext uri="{FF2B5EF4-FFF2-40B4-BE49-F238E27FC236}">
                <a16:creationId xmlns:a16="http://schemas.microsoft.com/office/drawing/2014/main" id="{D82FC1C3-2DB1-4088-A287-0119068D4B23}"/>
              </a:ext>
            </a:extLst>
          </p:cNvPr>
          <p:cNvSpPr>
            <a:spLocks xmlns:a="http://schemas.openxmlformats.org/drawingml/2006/main" noGrp="1"/>
          </p:cNvSpPr>
          <p:nvPr/>
        </p:nvSpPr>
        <p:spPr>
          <a:xfrm xmlns:a="http://schemas.openxmlformats.org/drawingml/2006/main">
            <a:off x="1047750" y="4714875"/>
            <a:ext cx="904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025" b="0">
                <a:solidFill>
                  <a:srgbClr val="70509B"/>
                </a:solidFill>
                <a:latin typeface="Arial"/>
                <a:ea typeface="Arial"/>
                <a:cs typeface="Arial"/>
              </a:defRPr>
            </a:pPr>
            <a:r>
              <a:rPr sz="2025" b="0">
                <a:solidFill>
                  <a:srgbClr val="70509B"/>
                </a:solidFill>
                <a:latin typeface="Arial"/>
                <a:ea typeface="Arial"/>
                <a:cs typeface="Arial"/>
              </a:rPr>
              <a:t>CodeDoctor  /  VITV  /  Doctors</a:t>
            </a:r>
          </a:p>
        </p:txBody>
      </p:sp>
    </p:spTree>
    <p:extLst>
      <p:ext uri="{BB962C8B-B14F-4D97-AF65-F5344CB8AC3E}">
        <p14:creationId xmlns:p14="http://schemas.microsoft.com/office/powerpoint/2010/main" val="286322684"/>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2026-10-01T17:42:44.6790000Z</dcterms:created>
  <dcterms:modified xsi:type="dcterms:W3CDTF">2026-10-01T17:42:44.6790000Z</dcterms:modified>
</coreProperties>
</file>